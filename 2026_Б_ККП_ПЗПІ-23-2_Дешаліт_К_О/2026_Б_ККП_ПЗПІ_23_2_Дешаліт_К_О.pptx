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72" r:id="rId13"/>
    <p:sldId id="265" r:id="rId14"/>
    <p:sldId id="273" r:id="rId15"/>
    <p:sldId id="274" r:id="rId16"/>
    <p:sldId id="267" r:id="rId1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Economica" panose="020B0604020202020204" charset="0"/>
      <p:regular r:id="rId23"/>
      <p:bold r:id="rId24"/>
      <p:italic r:id="rId25"/>
      <p:boldItalic r:id="rId26"/>
    </p:embeddedFont>
    <p:embeddedFont>
      <p:font typeface="Open Sans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>
        <p:scale>
          <a:sx n="152" d="100"/>
          <a:sy n="152" d="100"/>
        </p:scale>
        <p:origin x="474" y="-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ill Deshalit" userId="936568cb2497ce2a" providerId="LiveId" clId="{058C522F-EF5A-4506-9637-FF6981356E4E}"/>
    <pc:docChg chg="undo custSel addSld delSld modSld">
      <pc:chgData name="Kirill Deshalit" userId="936568cb2497ce2a" providerId="LiveId" clId="{058C522F-EF5A-4506-9637-FF6981356E4E}" dt="2026-06-15T21:13:57.306" v="1119" actId="2696"/>
      <pc:docMkLst>
        <pc:docMk/>
      </pc:docMkLst>
      <pc:sldChg chg="modSp">
        <pc:chgData name="Kirill Deshalit" userId="936568cb2497ce2a" providerId="LiveId" clId="{058C522F-EF5A-4506-9637-FF6981356E4E}" dt="2026-06-15T19:49:19.323" v="6" actId="14100"/>
        <pc:sldMkLst>
          <pc:docMk/>
          <pc:sldMk cId="0" sldId="258"/>
        </pc:sldMkLst>
        <pc:picChg chg="mod">
          <ac:chgData name="Kirill Deshalit" userId="936568cb2497ce2a" providerId="LiveId" clId="{058C522F-EF5A-4506-9637-FF6981356E4E}" dt="2026-06-15T19:49:19.323" v="6" actId="14100"/>
          <ac:picMkLst>
            <pc:docMk/>
            <pc:sldMk cId="0" sldId="258"/>
            <ac:picMk id="8" creationId="{87847832-F331-45E7-9D33-EF966D1A71A0}"/>
          </ac:picMkLst>
        </pc:picChg>
      </pc:sldChg>
      <pc:sldChg chg="addSp delSp modSp">
        <pc:chgData name="Kirill Deshalit" userId="936568cb2497ce2a" providerId="LiveId" clId="{058C522F-EF5A-4506-9637-FF6981356E4E}" dt="2026-06-15T19:50:45.781" v="22" actId="14100"/>
        <pc:sldMkLst>
          <pc:docMk/>
          <pc:sldMk cId="0" sldId="259"/>
        </pc:sldMkLst>
        <pc:spChg chg="add mod">
          <ac:chgData name="Kirill Deshalit" userId="936568cb2497ce2a" providerId="LiveId" clId="{058C522F-EF5A-4506-9637-FF6981356E4E}" dt="2026-06-15T19:50:45.781" v="22" actId="14100"/>
          <ac:spMkLst>
            <pc:docMk/>
            <pc:sldMk cId="0" sldId="259"/>
            <ac:spMk id="3" creationId="{92F82A7C-6939-4D86-B921-F79BDDB87E92}"/>
          </ac:spMkLst>
        </pc:spChg>
        <pc:spChg chg="add del mod">
          <ac:chgData name="Kirill Deshalit" userId="936568cb2497ce2a" providerId="LiveId" clId="{058C522F-EF5A-4506-9637-FF6981356E4E}" dt="2026-06-15T19:49:58.801" v="12" actId="478"/>
          <ac:spMkLst>
            <pc:docMk/>
            <pc:sldMk cId="0" sldId="259"/>
            <ac:spMk id="5" creationId="{06FE05E8-3F59-4B97-BCD1-2517AD22C013}"/>
          </ac:spMkLst>
        </pc:spChg>
        <pc:spChg chg="del">
          <ac:chgData name="Kirill Deshalit" userId="936568cb2497ce2a" providerId="LiveId" clId="{058C522F-EF5A-4506-9637-FF6981356E4E}" dt="2026-06-15T19:49:55.425" v="11" actId="478"/>
          <ac:spMkLst>
            <pc:docMk/>
            <pc:sldMk cId="0" sldId="259"/>
            <ac:spMk id="86" creationId="{00000000-0000-0000-0000-000000000000}"/>
          </ac:spMkLst>
        </pc:spChg>
      </pc:sldChg>
      <pc:sldChg chg="addSp delSp modSp">
        <pc:chgData name="Kirill Deshalit" userId="936568cb2497ce2a" providerId="LiveId" clId="{058C522F-EF5A-4506-9637-FF6981356E4E}" dt="2026-06-15T20:01:51.232" v="112" actId="478"/>
        <pc:sldMkLst>
          <pc:docMk/>
          <pc:sldMk cId="0" sldId="260"/>
        </pc:sldMkLst>
        <pc:spChg chg="del mod">
          <ac:chgData name="Kirill Deshalit" userId="936568cb2497ce2a" providerId="LiveId" clId="{058C522F-EF5A-4506-9637-FF6981356E4E}" dt="2026-06-15T19:56:50.831" v="24" actId="478"/>
          <ac:spMkLst>
            <pc:docMk/>
            <pc:sldMk cId="0" sldId="260"/>
            <ac:spMk id="93" creationId="{00000000-0000-0000-0000-000000000000}"/>
          </ac:spMkLst>
        </pc:spChg>
        <pc:picChg chg="add del mod">
          <ac:chgData name="Kirill Deshalit" userId="936568cb2497ce2a" providerId="LiveId" clId="{058C522F-EF5A-4506-9637-FF6981356E4E}" dt="2026-06-15T19:57:03.302" v="31" actId="478"/>
          <ac:picMkLst>
            <pc:docMk/>
            <pc:sldMk cId="0" sldId="260"/>
            <ac:picMk id="4098" creationId="{ED77B550-5312-4019-9491-1119CBA3C5D6}"/>
          </ac:picMkLst>
        </pc:picChg>
        <pc:picChg chg="add mod">
          <ac:chgData name="Kirill Deshalit" userId="936568cb2497ce2a" providerId="LiveId" clId="{058C522F-EF5A-4506-9637-FF6981356E4E}" dt="2026-06-15T19:58:08.836" v="40" actId="1076"/>
          <ac:picMkLst>
            <pc:docMk/>
            <pc:sldMk cId="0" sldId="260"/>
            <ac:picMk id="4100" creationId="{038B1290-8BEC-4128-9CA3-38F299D35847}"/>
          </ac:picMkLst>
        </pc:picChg>
        <pc:picChg chg="add mod">
          <ac:chgData name="Kirill Deshalit" userId="936568cb2497ce2a" providerId="LiveId" clId="{058C522F-EF5A-4506-9637-FF6981356E4E}" dt="2026-06-15T19:58:05.028" v="39" actId="1076"/>
          <ac:picMkLst>
            <pc:docMk/>
            <pc:sldMk cId="0" sldId="260"/>
            <ac:picMk id="4102" creationId="{B53E660D-916C-4D5E-90E5-49F785D7D4B5}"/>
          </ac:picMkLst>
        </pc:picChg>
        <pc:picChg chg="add mod">
          <ac:chgData name="Kirill Deshalit" userId="936568cb2497ce2a" providerId="LiveId" clId="{058C522F-EF5A-4506-9637-FF6981356E4E}" dt="2026-06-15T19:58:48.852" v="52" actId="1076"/>
          <ac:picMkLst>
            <pc:docMk/>
            <pc:sldMk cId="0" sldId="260"/>
            <ac:picMk id="4104" creationId="{964FFA3A-B214-4227-9F1E-E1AF6A85AD21}"/>
          </ac:picMkLst>
        </pc:picChg>
        <pc:picChg chg="add mod">
          <ac:chgData name="Kirill Deshalit" userId="936568cb2497ce2a" providerId="LiveId" clId="{058C522F-EF5A-4506-9637-FF6981356E4E}" dt="2026-06-15T20:00:22.292" v="71" actId="1076"/>
          <ac:picMkLst>
            <pc:docMk/>
            <pc:sldMk cId="0" sldId="260"/>
            <ac:picMk id="4106" creationId="{2F8941D3-83D8-46B6-9B85-76B580920BA3}"/>
          </ac:picMkLst>
        </pc:picChg>
        <pc:picChg chg="add mod">
          <ac:chgData name="Kirill Deshalit" userId="936568cb2497ce2a" providerId="LiveId" clId="{058C522F-EF5A-4506-9637-FF6981356E4E}" dt="2026-06-15T20:00:04.839" v="65" actId="1076"/>
          <ac:picMkLst>
            <pc:docMk/>
            <pc:sldMk cId="0" sldId="260"/>
            <ac:picMk id="4108" creationId="{B443F48F-0E6E-4DA5-847D-CFCE3C52F398}"/>
          </ac:picMkLst>
        </pc:picChg>
        <pc:picChg chg="add mod">
          <ac:chgData name="Kirill Deshalit" userId="936568cb2497ce2a" providerId="LiveId" clId="{058C522F-EF5A-4506-9637-FF6981356E4E}" dt="2026-06-15T20:00:02.027" v="63" actId="1076"/>
          <ac:picMkLst>
            <pc:docMk/>
            <pc:sldMk cId="0" sldId="260"/>
            <ac:picMk id="4110" creationId="{88844DC1-68E6-4C12-882B-7FA1872ABEE8}"/>
          </ac:picMkLst>
        </pc:picChg>
        <pc:picChg chg="add del mod">
          <ac:chgData name="Kirill Deshalit" userId="936568cb2497ce2a" providerId="LiveId" clId="{058C522F-EF5A-4506-9637-FF6981356E4E}" dt="2026-06-15T20:01:51.232" v="112" actId="478"/>
          <ac:picMkLst>
            <pc:docMk/>
            <pc:sldMk cId="0" sldId="260"/>
            <ac:picMk id="4112" creationId="{C5E35358-3833-4BA8-98F4-7915AB07646A}"/>
          </ac:picMkLst>
        </pc:picChg>
      </pc:sldChg>
      <pc:sldChg chg="addSp delSp modSp">
        <pc:chgData name="Kirill Deshalit" userId="936568cb2497ce2a" providerId="LiveId" clId="{058C522F-EF5A-4506-9637-FF6981356E4E}" dt="2026-06-15T20:17:57.466" v="114" actId="1076"/>
        <pc:sldMkLst>
          <pc:docMk/>
          <pc:sldMk cId="0" sldId="261"/>
        </pc:sldMkLst>
        <pc:spChg chg="add del mod">
          <ac:chgData name="Kirill Deshalit" userId="936568cb2497ce2a" providerId="LiveId" clId="{058C522F-EF5A-4506-9637-FF6981356E4E}" dt="2026-06-15T20:01:03.009" v="76" actId="478"/>
          <ac:spMkLst>
            <pc:docMk/>
            <pc:sldMk cId="0" sldId="261"/>
            <ac:spMk id="4" creationId="{BDDFD028-6CB4-4CC0-B33F-4CFC7143DC69}"/>
          </ac:spMkLst>
        </pc:spChg>
        <pc:spChg chg="add mod">
          <ac:chgData name="Kirill Deshalit" userId="936568cb2497ce2a" providerId="LiveId" clId="{058C522F-EF5A-4506-9637-FF6981356E4E}" dt="2026-06-15T20:17:57.466" v="114" actId="1076"/>
          <ac:spMkLst>
            <pc:docMk/>
            <pc:sldMk cId="0" sldId="261"/>
            <ac:spMk id="5" creationId="{0D6426CA-30D9-4407-B699-35C1B8AAA487}"/>
          </ac:spMkLst>
        </pc:spChg>
        <pc:spChg chg="del">
          <ac:chgData name="Kirill Deshalit" userId="936568cb2497ce2a" providerId="LiveId" clId="{058C522F-EF5A-4506-9637-FF6981356E4E}" dt="2026-06-15T20:00:30.923" v="73" actId="478"/>
          <ac:spMkLst>
            <pc:docMk/>
            <pc:sldMk cId="0" sldId="261"/>
            <ac:spMk id="100" creationId="{00000000-0000-0000-0000-000000000000}"/>
          </ac:spMkLst>
        </pc:spChg>
        <pc:picChg chg="add mod">
          <ac:chgData name="Kirill Deshalit" userId="936568cb2497ce2a" providerId="LiveId" clId="{058C522F-EF5A-4506-9637-FF6981356E4E}" dt="2026-06-15T20:17:54.347" v="113" actId="14100"/>
          <ac:picMkLst>
            <pc:docMk/>
            <pc:sldMk cId="0" sldId="261"/>
            <ac:picMk id="8" creationId="{197BE68E-305E-47D2-811F-CDE56C9FA329}"/>
          </ac:picMkLst>
        </pc:picChg>
      </pc:sldChg>
      <pc:sldChg chg="addSp modSp">
        <pc:chgData name="Kirill Deshalit" userId="936568cb2497ce2a" providerId="LiveId" clId="{058C522F-EF5A-4506-9637-FF6981356E4E}" dt="2026-06-15T20:32:26.918" v="438" actId="1076"/>
        <pc:sldMkLst>
          <pc:docMk/>
          <pc:sldMk cId="0" sldId="262"/>
        </pc:sldMkLst>
        <pc:spChg chg="mod">
          <ac:chgData name="Kirill Deshalit" userId="936568cb2497ce2a" providerId="LiveId" clId="{058C522F-EF5A-4506-9637-FF6981356E4E}" dt="2026-06-15T20:30:39.033" v="420" actId="27636"/>
          <ac:spMkLst>
            <pc:docMk/>
            <pc:sldMk cId="0" sldId="262"/>
            <ac:spMk id="107" creationId="{00000000-0000-0000-0000-000000000000}"/>
          </ac:spMkLst>
        </pc:spChg>
        <pc:picChg chg="add mod">
          <ac:chgData name="Kirill Deshalit" userId="936568cb2497ce2a" providerId="LiveId" clId="{058C522F-EF5A-4506-9637-FF6981356E4E}" dt="2026-06-15T20:31:08.284" v="431" actId="1076"/>
          <ac:picMkLst>
            <pc:docMk/>
            <pc:sldMk cId="0" sldId="262"/>
            <ac:picMk id="5122" creationId="{524AD9F3-2682-4D5B-A242-DBAF788F29BA}"/>
          </ac:picMkLst>
        </pc:picChg>
        <pc:picChg chg="add mod">
          <ac:chgData name="Kirill Deshalit" userId="936568cb2497ce2a" providerId="LiveId" clId="{058C522F-EF5A-4506-9637-FF6981356E4E}" dt="2026-06-15T20:32:26.918" v="438" actId="1076"/>
          <ac:picMkLst>
            <pc:docMk/>
            <pc:sldMk cId="0" sldId="262"/>
            <ac:picMk id="5124" creationId="{93C818CD-2D8E-4F99-9AAA-F391ADEA7E34}"/>
          </ac:picMkLst>
        </pc:picChg>
        <pc:picChg chg="add mod">
          <ac:chgData name="Kirill Deshalit" userId="936568cb2497ce2a" providerId="LiveId" clId="{058C522F-EF5A-4506-9637-FF6981356E4E}" dt="2026-06-15T20:32:23.640" v="436" actId="1076"/>
          <ac:picMkLst>
            <pc:docMk/>
            <pc:sldMk cId="0" sldId="262"/>
            <ac:picMk id="5126" creationId="{15A8EA83-30EF-4008-B6F6-AD488F35AF72}"/>
          </ac:picMkLst>
        </pc:picChg>
      </pc:sldChg>
      <pc:sldChg chg="modSp">
        <pc:chgData name="Kirill Deshalit" userId="936568cb2497ce2a" providerId="LiveId" clId="{058C522F-EF5A-4506-9637-FF6981356E4E}" dt="2026-06-15T20:28:57.566" v="282" actId="1076"/>
        <pc:sldMkLst>
          <pc:docMk/>
          <pc:sldMk cId="0" sldId="263"/>
        </pc:sldMkLst>
        <pc:spChg chg="mod">
          <ac:chgData name="Kirill Deshalit" userId="936568cb2497ce2a" providerId="LiveId" clId="{058C522F-EF5A-4506-9637-FF6981356E4E}" dt="2026-06-15T20:28:57.566" v="282" actId="1076"/>
          <ac:spMkLst>
            <pc:docMk/>
            <pc:sldMk cId="0" sldId="263"/>
            <ac:spMk id="113" creationId="{00000000-0000-0000-0000-000000000000}"/>
          </ac:spMkLst>
        </pc:spChg>
        <pc:spChg chg="mod">
          <ac:chgData name="Kirill Deshalit" userId="936568cb2497ce2a" providerId="LiveId" clId="{058C522F-EF5A-4506-9637-FF6981356E4E}" dt="2026-06-15T20:28:52.740" v="281" actId="20577"/>
          <ac:spMkLst>
            <pc:docMk/>
            <pc:sldMk cId="0" sldId="263"/>
            <ac:spMk id="114" creationId="{00000000-0000-0000-0000-000000000000}"/>
          </ac:spMkLst>
        </pc:spChg>
      </pc:sldChg>
      <pc:sldChg chg="addSp modSp">
        <pc:chgData name="Kirill Deshalit" userId="936568cb2497ce2a" providerId="LiveId" clId="{058C522F-EF5A-4506-9637-FF6981356E4E}" dt="2026-06-15T20:42:45.805" v="508" actId="27636"/>
        <pc:sldMkLst>
          <pc:docMk/>
          <pc:sldMk cId="0" sldId="264"/>
        </pc:sldMkLst>
        <pc:spChg chg="add mod">
          <ac:chgData name="Kirill Deshalit" userId="936568cb2497ce2a" providerId="LiveId" clId="{058C522F-EF5A-4506-9637-FF6981356E4E}" dt="2026-06-15T20:42:27.656" v="478" actId="1076"/>
          <ac:spMkLst>
            <pc:docMk/>
            <pc:sldMk cId="0" sldId="264"/>
            <ac:spMk id="3" creationId="{74129F1F-0DA6-4C81-AB73-1848C6CCDF96}"/>
          </ac:spMkLst>
        </pc:spChg>
        <pc:spChg chg="mod">
          <ac:chgData name="Kirill Deshalit" userId="936568cb2497ce2a" providerId="LiveId" clId="{058C522F-EF5A-4506-9637-FF6981356E4E}" dt="2026-06-15T20:42:45.805" v="508" actId="27636"/>
          <ac:spMkLst>
            <pc:docMk/>
            <pc:sldMk cId="0" sldId="264"/>
            <ac:spMk id="121" creationId="{00000000-0000-0000-0000-000000000000}"/>
          </ac:spMkLst>
        </pc:spChg>
      </pc:sldChg>
      <pc:sldChg chg="addSp delSp modSp">
        <pc:chgData name="Kirill Deshalit" userId="936568cb2497ce2a" providerId="LiveId" clId="{058C522F-EF5A-4506-9637-FF6981356E4E}" dt="2026-06-15T20:50:51.196" v="678" actId="1076"/>
        <pc:sldMkLst>
          <pc:docMk/>
          <pc:sldMk cId="0" sldId="265"/>
        </pc:sldMkLst>
        <pc:spChg chg="add del">
          <ac:chgData name="Kirill Deshalit" userId="936568cb2497ce2a" providerId="LiveId" clId="{058C522F-EF5A-4506-9637-FF6981356E4E}" dt="2026-06-15T20:43:42.497" v="585"/>
          <ac:spMkLst>
            <pc:docMk/>
            <pc:sldMk cId="0" sldId="265"/>
            <ac:spMk id="3" creationId="{38C86392-00ED-4EA5-9141-BB8B3B28C2D0}"/>
          </ac:spMkLst>
        </pc:spChg>
        <pc:spChg chg="add del">
          <ac:chgData name="Kirill Deshalit" userId="936568cb2497ce2a" providerId="LiveId" clId="{058C522F-EF5A-4506-9637-FF6981356E4E}" dt="2026-06-15T20:43:45.531" v="587"/>
          <ac:spMkLst>
            <pc:docMk/>
            <pc:sldMk cId="0" sldId="265"/>
            <ac:spMk id="4" creationId="{571CDFF5-6CBB-4442-8635-028C9C741C81}"/>
          </ac:spMkLst>
        </pc:spChg>
        <pc:spChg chg="add del">
          <ac:chgData name="Kirill Deshalit" userId="936568cb2497ce2a" providerId="LiveId" clId="{058C522F-EF5A-4506-9637-FF6981356E4E}" dt="2026-06-15T20:43:47.119" v="589"/>
          <ac:spMkLst>
            <pc:docMk/>
            <pc:sldMk cId="0" sldId="265"/>
            <ac:spMk id="5" creationId="{A79F3C43-5ABA-4333-A4B7-CF6CFC8B4E33}"/>
          </ac:spMkLst>
        </pc:spChg>
        <pc:spChg chg="add del mod">
          <ac:chgData name="Kirill Deshalit" userId="936568cb2497ce2a" providerId="LiveId" clId="{058C522F-EF5A-4506-9637-FF6981356E4E}" dt="2026-06-15T20:47:27.332" v="648"/>
          <ac:spMkLst>
            <pc:docMk/>
            <pc:sldMk cId="0" sldId="265"/>
            <ac:spMk id="6" creationId="{8D2FBCF1-829E-4B6E-B961-5AA523A1A089}"/>
          </ac:spMkLst>
        </pc:spChg>
        <pc:spChg chg="add mod">
          <ac:chgData name="Kirill Deshalit" userId="936568cb2497ce2a" providerId="LiveId" clId="{058C522F-EF5A-4506-9637-FF6981356E4E}" dt="2026-06-15T20:50:25.678" v="669" actId="1076"/>
          <ac:spMkLst>
            <pc:docMk/>
            <pc:sldMk cId="0" sldId="265"/>
            <ac:spMk id="7" creationId="{8C4354EF-3174-449C-9E45-830FBF358082}"/>
          </ac:spMkLst>
        </pc:spChg>
        <pc:spChg chg="add del">
          <ac:chgData name="Kirill Deshalit" userId="936568cb2497ce2a" providerId="LiveId" clId="{058C522F-EF5A-4506-9637-FF6981356E4E}" dt="2026-06-15T20:50:17.341" v="664"/>
          <ac:spMkLst>
            <pc:docMk/>
            <pc:sldMk cId="0" sldId="265"/>
            <ac:spMk id="8" creationId="{83D157B0-C7EE-46D4-A32B-D0F9F7755729}"/>
          </ac:spMkLst>
        </pc:spChg>
        <pc:spChg chg="add mod">
          <ac:chgData name="Kirill Deshalit" userId="936568cb2497ce2a" providerId="LiveId" clId="{058C522F-EF5A-4506-9637-FF6981356E4E}" dt="2026-06-15T20:50:51.196" v="678" actId="1076"/>
          <ac:spMkLst>
            <pc:docMk/>
            <pc:sldMk cId="0" sldId="265"/>
            <ac:spMk id="9" creationId="{015A19F6-4616-4CFB-9A99-424A2E47029F}"/>
          </ac:spMkLst>
        </pc:spChg>
        <pc:spChg chg="mod">
          <ac:chgData name="Kirill Deshalit" userId="936568cb2497ce2a" providerId="LiveId" clId="{058C522F-EF5A-4506-9637-FF6981356E4E}" dt="2026-06-15T20:44:03.693" v="595" actId="1076"/>
          <ac:spMkLst>
            <pc:docMk/>
            <pc:sldMk cId="0" sldId="265"/>
            <ac:spMk id="127" creationId="{00000000-0000-0000-0000-000000000000}"/>
          </ac:spMkLst>
        </pc:spChg>
        <pc:spChg chg="del mod">
          <ac:chgData name="Kirill Deshalit" userId="936568cb2497ce2a" providerId="LiveId" clId="{058C522F-EF5A-4506-9637-FF6981356E4E}" dt="2026-06-15T20:49:25.131" v="652" actId="478"/>
          <ac:spMkLst>
            <pc:docMk/>
            <pc:sldMk cId="0" sldId="265"/>
            <ac:spMk id="128" creationId="{00000000-0000-0000-0000-000000000000}"/>
          </ac:spMkLst>
        </pc:spChg>
        <pc:picChg chg="add mod">
          <ac:chgData name="Kirill Deshalit" userId="936568cb2497ce2a" providerId="LiveId" clId="{058C522F-EF5A-4506-9637-FF6981356E4E}" dt="2026-06-15T20:50:23.789" v="668" actId="14100"/>
          <ac:picMkLst>
            <pc:docMk/>
            <pc:sldMk cId="0" sldId="265"/>
            <ac:picMk id="10" creationId="{70BC9D21-7DDB-49F1-8734-CC240A8D80D1}"/>
          </ac:picMkLst>
        </pc:picChg>
        <pc:picChg chg="add mod">
          <ac:chgData name="Kirill Deshalit" userId="936568cb2497ce2a" providerId="LiveId" clId="{058C522F-EF5A-4506-9637-FF6981356E4E}" dt="2026-06-15T20:50:46.658" v="676" actId="1076"/>
          <ac:picMkLst>
            <pc:docMk/>
            <pc:sldMk cId="0" sldId="265"/>
            <ac:picMk id="13" creationId="{85E51B9E-B018-4717-B8F6-7E74D98E100D}"/>
          </ac:picMkLst>
        </pc:picChg>
      </pc:sldChg>
      <pc:sldChg chg="modSp">
        <pc:chgData name="Kirill Deshalit" userId="936568cb2497ce2a" providerId="LiveId" clId="{058C522F-EF5A-4506-9637-FF6981356E4E}" dt="2026-06-15T21:13:54.317" v="1118" actId="20577"/>
        <pc:sldMkLst>
          <pc:docMk/>
          <pc:sldMk cId="0" sldId="267"/>
        </pc:sldMkLst>
        <pc:spChg chg="mod">
          <ac:chgData name="Kirill Deshalit" userId="936568cb2497ce2a" providerId="LiveId" clId="{058C522F-EF5A-4506-9637-FF6981356E4E}" dt="2026-06-15T21:13:54.317" v="1118" actId="20577"/>
          <ac:spMkLst>
            <pc:docMk/>
            <pc:sldMk cId="0" sldId="267"/>
            <ac:spMk id="142" creationId="{00000000-0000-0000-0000-000000000000}"/>
          </ac:spMkLst>
        </pc:spChg>
      </pc:sldChg>
      <pc:sldChg chg="del">
        <pc:chgData name="Kirill Deshalit" userId="936568cb2497ce2a" providerId="LiveId" clId="{058C522F-EF5A-4506-9637-FF6981356E4E}" dt="2026-06-15T20:54:39.796" v="815" actId="2696"/>
        <pc:sldMkLst>
          <pc:docMk/>
          <pc:sldMk cId="29422119" sldId="268"/>
        </pc:sldMkLst>
      </pc:sldChg>
      <pc:sldChg chg="del">
        <pc:chgData name="Kirill Deshalit" userId="936568cb2497ce2a" providerId="LiveId" clId="{058C522F-EF5A-4506-9637-FF6981356E4E}" dt="2026-06-15T20:20:24.562" v="274" actId="2696"/>
        <pc:sldMkLst>
          <pc:docMk/>
          <pc:sldMk cId="88973738" sldId="269"/>
        </pc:sldMkLst>
      </pc:sldChg>
      <pc:sldChg chg="modSp">
        <pc:chgData name="Kirill Deshalit" userId="936568cb2497ce2a" providerId="LiveId" clId="{058C522F-EF5A-4506-9637-FF6981356E4E}" dt="2026-06-15T19:47:56.518" v="3" actId="14100"/>
        <pc:sldMkLst>
          <pc:docMk/>
          <pc:sldMk cId="2899541907" sldId="270"/>
        </pc:sldMkLst>
        <pc:picChg chg="mod">
          <ac:chgData name="Kirill Deshalit" userId="936568cb2497ce2a" providerId="LiveId" clId="{058C522F-EF5A-4506-9637-FF6981356E4E}" dt="2026-06-15T19:47:56.518" v="3" actId="14100"/>
          <ac:picMkLst>
            <pc:docMk/>
            <pc:sldMk cId="2899541907" sldId="270"/>
            <ac:picMk id="8" creationId="{BCC54B6C-31F3-4EC1-BF16-C0DEFD653595}"/>
          </ac:picMkLst>
        </pc:picChg>
        <pc:picChg chg="mod">
          <ac:chgData name="Kirill Deshalit" userId="936568cb2497ce2a" providerId="LiveId" clId="{058C522F-EF5A-4506-9637-FF6981356E4E}" dt="2026-06-15T19:47:53.984" v="2" actId="14100"/>
          <ac:picMkLst>
            <pc:docMk/>
            <pc:sldMk cId="2899541907" sldId="270"/>
            <ac:picMk id="10" creationId="{63E7963D-8359-41EB-B8C0-44AB83DBD29D}"/>
          </ac:picMkLst>
        </pc:picChg>
      </pc:sldChg>
      <pc:sldChg chg="modSp">
        <pc:chgData name="Kirill Deshalit" userId="936568cb2497ce2a" providerId="LiveId" clId="{058C522F-EF5A-4506-9637-FF6981356E4E}" dt="2026-06-15T19:49:23.748" v="7" actId="1076"/>
        <pc:sldMkLst>
          <pc:docMk/>
          <pc:sldMk cId="785768683" sldId="271"/>
        </pc:sldMkLst>
        <pc:picChg chg="mod">
          <ac:chgData name="Kirill Deshalit" userId="936568cb2497ce2a" providerId="LiveId" clId="{058C522F-EF5A-4506-9637-FF6981356E4E}" dt="2026-06-15T19:49:23.748" v="7" actId="1076"/>
          <ac:picMkLst>
            <pc:docMk/>
            <pc:sldMk cId="785768683" sldId="271"/>
            <ac:picMk id="7" creationId="{2F6FC069-2538-4EB1-9DE8-CCCC05EA29FF}"/>
          </ac:picMkLst>
        </pc:picChg>
      </pc:sldChg>
      <pc:sldChg chg="addSp delSp modSp add">
        <pc:chgData name="Kirill Deshalit" userId="936568cb2497ce2a" providerId="LiveId" clId="{058C522F-EF5A-4506-9637-FF6981356E4E}" dt="2026-06-15T20:47:21.718" v="645" actId="113"/>
        <pc:sldMkLst>
          <pc:docMk/>
          <pc:sldMk cId="2686710850" sldId="272"/>
        </pc:sldMkLst>
        <pc:spChg chg="del mod">
          <ac:chgData name="Kirill Deshalit" userId="936568cb2497ce2a" providerId="LiveId" clId="{058C522F-EF5A-4506-9637-FF6981356E4E}" dt="2026-06-15T20:44:40.698" v="606" actId="478"/>
          <ac:spMkLst>
            <pc:docMk/>
            <pc:sldMk cId="2686710850" sldId="272"/>
            <ac:spMk id="3" creationId="{74129F1F-0DA6-4C81-AB73-1848C6CCDF96}"/>
          </ac:spMkLst>
        </pc:spChg>
        <pc:spChg chg="add mod">
          <ac:chgData name="Kirill Deshalit" userId="936568cb2497ce2a" providerId="LiveId" clId="{058C522F-EF5A-4506-9637-FF6981356E4E}" dt="2026-06-15T20:47:21.718" v="645" actId="113"/>
          <ac:spMkLst>
            <pc:docMk/>
            <pc:sldMk cId="2686710850" sldId="272"/>
            <ac:spMk id="4" creationId="{4D4F4C0A-C0FC-41B6-917F-E7F5267B813D}"/>
          </ac:spMkLst>
        </pc:spChg>
        <pc:spChg chg="mod">
          <ac:chgData name="Kirill Deshalit" userId="936568cb2497ce2a" providerId="LiveId" clId="{058C522F-EF5A-4506-9637-FF6981356E4E}" dt="2026-06-15T20:47:11.436" v="644" actId="14100"/>
          <ac:spMkLst>
            <pc:docMk/>
            <pc:sldMk cId="2686710850" sldId="272"/>
            <ac:spMk id="121" creationId="{00000000-0000-0000-0000-000000000000}"/>
          </ac:spMkLst>
        </pc:spChg>
      </pc:sldChg>
      <pc:sldChg chg="modSp add">
        <pc:chgData name="Kirill Deshalit" userId="936568cb2497ce2a" providerId="LiveId" clId="{058C522F-EF5A-4506-9637-FF6981356E4E}" dt="2026-06-15T20:53:36.102" v="749" actId="14826"/>
        <pc:sldMkLst>
          <pc:docMk/>
          <pc:sldMk cId="574718811" sldId="273"/>
        </pc:sldMkLst>
        <pc:spChg chg="mod">
          <ac:chgData name="Kirill Deshalit" userId="936568cb2497ce2a" providerId="LiveId" clId="{058C522F-EF5A-4506-9637-FF6981356E4E}" dt="2026-06-15T20:52:49.484" v="719" actId="20577"/>
          <ac:spMkLst>
            <pc:docMk/>
            <pc:sldMk cId="574718811" sldId="273"/>
            <ac:spMk id="7" creationId="{8C4354EF-3174-449C-9E45-830FBF358082}"/>
          </ac:spMkLst>
        </pc:spChg>
        <pc:spChg chg="mod">
          <ac:chgData name="Kirill Deshalit" userId="936568cb2497ce2a" providerId="LiveId" clId="{058C522F-EF5A-4506-9637-FF6981356E4E}" dt="2026-06-15T20:52:58.627" v="748" actId="20577"/>
          <ac:spMkLst>
            <pc:docMk/>
            <pc:sldMk cId="574718811" sldId="273"/>
            <ac:spMk id="9" creationId="{015A19F6-4616-4CFB-9A99-424A2E47029F}"/>
          </ac:spMkLst>
        </pc:spChg>
        <pc:picChg chg="mod">
          <ac:chgData name="Kirill Deshalit" userId="936568cb2497ce2a" providerId="LiveId" clId="{058C522F-EF5A-4506-9637-FF6981356E4E}" dt="2026-06-15T20:52:34.255" v="681" actId="14826"/>
          <ac:picMkLst>
            <pc:docMk/>
            <pc:sldMk cId="574718811" sldId="273"/>
            <ac:picMk id="10" creationId="{70BC9D21-7DDB-49F1-8734-CC240A8D80D1}"/>
          </ac:picMkLst>
        </pc:picChg>
        <pc:picChg chg="mod">
          <ac:chgData name="Kirill Deshalit" userId="936568cb2497ce2a" providerId="LiveId" clId="{058C522F-EF5A-4506-9637-FF6981356E4E}" dt="2026-06-15T20:53:36.102" v="749" actId="14826"/>
          <ac:picMkLst>
            <pc:docMk/>
            <pc:sldMk cId="574718811" sldId="273"/>
            <ac:picMk id="13" creationId="{85E51B9E-B018-4717-B8F6-7E74D98E100D}"/>
          </ac:picMkLst>
        </pc:picChg>
      </pc:sldChg>
      <pc:sldChg chg="modSp add">
        <pc:chgData name="Kirill Deshalit" userId="936568cb2497ce2a" providerId="LiveId" clId="{058C522F-EF5A-4506-9637-FF6981356E4E}" dt="2026-06-15T20:54:34.293" v="814" actId="20577"/>
        <pc:sldMkLst>
          <pc:docMk/>
          <pc:sldMk cId="2557951127" sldId="274"/>
        </pc:sldMkLst>
        <pc:spChg chg="mod">
          <ac:chgData name="Kirill Deshalit" userId="936568cb2497ce2a" providerId="LiveId" clId="{058C522F-EF5A-4506-9637-FF6981356E4E}" dt="2026-06-15T20:54:22.153" v="780" actId="20577"/>
          <ac:spMkLst>
            <pc:docMk/>
            <pc:sldMk cId="2557951127" sldId="274"/>
            <ac:spMk id="7" creationId="{8C4354EF-3174-449C-9E45-830FBF358082}"/>
          </ac:spMkLst>
        </pc:spChg>
        <pc:spChg chg="mod">
          <ac:chgData name="Kirill Deshalit" userId="936568cb2497ce2a" providerId="LiveId" clId="{058C522F-EF5A-4506-9637-FF6981356E4E}" dt="2026-06-15T20:54:34.293" v="814" actId="20577"/>
          <ac:spMkLst>
            <pc:docMk/>
            <pc:sldMk cId="2557951127" sldId="274"/>
            <ac:spMk id="9" creationId="{015A19F6-4616-4CFB-9A99-424A2E47029F}"/>
          </ac:spMkLst>
        </pc:spChg>
        <pc:picChg chg="mod">
          <ac:chgData name="Kirill Deshalit" userId="936568cb2497ce2a" providerId="LiveId" clId="{058C522F-EF5A-4506-9637-FF6981356E4E}" dt="2026-06-15T20:54:01.448" v="752" actId="14826"/>
          <ac:picMkLst>
            <pc:docMk/>
            <pc:sldMk cId="2557951127" sldId="274"/>
            <ac:picMk id="10" creationId="{70BC9D21-7DDB-49F1-8734-CC240A8D80D1}"/>
          </ac:picMkLst>
        </pc:picChg>
        <pc:picChg chg="mod">
          <ac:chgData name="Kirill Deshalit" userId="936568cb2497ce2a" providerId="LiveId" clId="{058C522F-EF5A-4506-9637-FF6981356E4E}" dt="2026-06-15T20:54:11.707" v="753" actId="14826"/>
          <ac:picMkLst>
            <pc:docMk/>
            <pc:sldMk cId="2557951127" sldId="274"/>
            <ac:picMk id="13" creationId="{85E51B9E-B018-4717-B8F6-7E74D98E100D}"/>
          </ac:picMkLst>
        </pc:picChg>
      </pc:sldChg>
      <pc:sldChg chg="new add del">
        <pc:chgData name="Kirill Deshalit" userId="936568cb2497ce2a" providerId="LiveId" clId="{058C522F-EF5A-4506-9637-FF6981356E4E}" dt="2026-06-15T21:13:57.306" v="1119" actId="2696"/>
        <pc:sldMkLst>
          <pc:docMk/>
          <pc:sldMk cId="102676098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8630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6832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0913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2807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9670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80631" y="170825"/>
            <a:ext cx="3582737" cy="31074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uk-UA" sz="2400" u="sng" dirty="0"/>
              <a:t>Веб-система для пошуку та відстежування перегляду фільмів та серіалів з використанням ШІ-асистента (</a:t>
            </a:r>
            <a:r>
              <a:rPr lang="uk-UA" sz="2400" u="sng" dirty="0" err="1"/>
              <a:t>фронтенд</a:t>
            </a:r>
            <a:r>
              <a:rPr lang="uk-UA" sz="2400" u="sng" dirty="0"/>
              <a:t>)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48249" y="3523782"/>
            <a:ext cx="5663342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В</a:t>
            </a:r>
            <a:r>
              <a:rPr lang="uk" sz="1400" dirty="0"/>
              <a:t>иконав</a:t>
            </a:r>
            <a:r>
              <a:rPr lang="en-US" sz="1400" dirty="0"/>
              <a:t>: </a:t>
            </a:r>
            <a:r>
              <a:rPr lang="uk-UA" sz="1400" dirty="0" err="1"/>
              <a:t>Дешаліт</a:t>
            </a:r>
            <a:r>
              <a:rPr lang="uk-UA" sz="1400" dirty="0"/>
              <a:t> К. О. ПЗПІ-23-2</a:t>
            </a:r>
            <a:r>
              <a:rPr lang="uk" sz="1400" dirty="0"/>
              <a:t>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400" dirty="0"/>
              <a:t>Керівник: </a:t>
            </a:r>
            <a:r>
              <a:rPr lang="ru-RU" sz="1400" dirty="0"/>
              <a:t>доц. каф. ПІ Терещенко Г.Ю.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400" dirty="0"/>
              <a:t>08 червня 2026</a:t>
            </a:r>
            <a:endParaRPr sz="1400"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uk-UA" dirty="0"/>
              <a:t>Метою роботи є розроблення </a:t>
            </a:r>
            <a:r>
              <a:rPr lang="uk-UA" dirty="0" err="1"/>
              <a:t>фронтенд</a:t>
            </a:r>
            <a:r>
              <a:rPr lang="uk-UA" dirty="0"/>
              <a:t>-частини веб-системи для пошуку та відстежування перегляду фільмів і серіалів з використанням ШІ-асистента. 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uk-UA" dirty="0"/>
              <a:t>Актуальність теми зумовлена потребою у створенні зручної веб-системи, яка дозволяє користувачеві працювати з інформацією про фільми та серіали в єдиному середовищі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135126" y="-2326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існуючих рішень</a:t>
            </a:r>
            <a:r>
              <a:rPr lang="en-US" sz="3200" dirty="0"/>
              <a:t>: IMDB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2226091" y="536028"/>
            <a:ext cx="6085489" cy="37521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5600" dirty="0">
                <a:latin typeface="+mj-lt"/>
              </a:rPr>
              <a:t>I</a:t>
            </a:r>
            <a:r>
              <a:rPr lang="ru-RU" sz="5600" dirty="0" err="1"/>
              <a:t>MDb</a:t>
            </a:r>
            <a:r>
              <a:rPr lang="ru-RU" sz="5600" dirty="0"/>
              <a:t> — велика онлайн-база </a:t>
            </a:r>
            <a:r>
              <a:rPr lang="ru-RU" sz="5600" dirty="0" err="1"/>
              <a:t>даних</a:t>
            </a:r>
            <a:r>
              <a:rPr lang="ru-RU" sz="5600" dirty="0"/>
              <a:t> про </a:t>
            </a:r>
            <a:r>
              <a:rPr lang="ru-RU" sz="5600" dirty="0" err="1"/>
              <a:t>фільми</a:t>
            </a:r>
            <a:r>
              <a:rPr lang="ru-RU" sz="5600" dirty="0"/>
              <a:t>, </a:t>
            </a:r>
            <a:r>
              <a:rPr lang="ru-RU" sz="5600" dirty="0" err="1"/>
              <a:t>серіали</a:t>
            </a:r>
            <a:r>
              <a:rPr lang="ru-RU" sz="5600" dirty="0"/>
              <a:t>, </a:t>
            </a:r>
            <a:r>
              <a:rPr lang="ru-RU" sz="5600" dirty="0" err="1"/>
              <a:t>акторів</a:t>
            </a:r>
            <a:r>
              <a:rPr lang="ru-RU" sz="5600" dirty="0"/>
              <a:t> і </a:t>
            </a:r>
            <a:r>
              <a:rPr lang="ru-RU" sz="5600" dirty="0" err="1"/>
              <a:t>працівників</a:t>
            </a:r>
            <a:r>
              <a:rPr lang="ru-RU" sz="5600" dirty="0"/>
              <a:t> </a:t>
            </a:r>
            <a:r>
              <a:rPr lang="ru-RU" sz="5600" dirty="0" err="1"/>
              <a:t>кіноіндустрії</a:t>
            </a:r>
            <a:r>
              <a:rPr lang="ru-RU" sz="5600" dirty="0"/>
              <a:t>. </a:t>
            </a:r>
            <a:r>
              <a:rPr lang="ru-RU" sz="5600" dirty="0" err="1"/>
              <a:t>Сервіс</a:t>
            </a:r>
            <a:r>
              <a:rPr lang="ru-RU" sz="5600" dirty="0"/>
              <a:t> </a:t>
            </a:r>
            <a:r>
              <a:rPr lang="ru-RU" sz="5600" dirty="0" err="1"/>
              <a:t>надає</a:t>
            </a:r>
            <a:r>
              <a:rPr lang="ru-RU" sz="5600" dirty="0"/>
              <a:t> рейтинги, </a:t>
            </a:r>
            <a:r>
              <a:rPr lang="ru-RU" sz="5600" dirty="0" err="1"/>
              <a:t>відгуки</a:t>
            </a:r>
            <a:r>
              <a:rPr lang="ru-RU" sz="5600" dirty="0"/>
              <a:t>, списки популярного контенту, </a:t>
            </a:r>
            <a:r>
              <a:rPr lang="ru-RU" sz="5600" dirty="0" err="1"/>
              <a:t>персональні</a:t>
            </a:r>
            <a:r>
              <a:rPr lang="ru-RU" sz="5600" dirty="0"/>
              <a:t> </a:t>
            </a:r>
            <a:r>
              <a:rPr lang="ru-RU" sz="5600" dirty="0" err="1"/>
              <a:t>рекомендації</a:t>
            </a:r>
            <a:r>
              <a:rPr lang="ru-RU" sz="5600" dirty="0"/>
              <a:t> та </a:t>
            </a:r>
            <a:r>
              <a:rPr lang="ru-RU" sz="5600" dirty="0" err="1"/>
              <a:t>засоби</a:t>
            </a:r>
            <a:r>
              <a:rPr lang="ru-RU" sz="5600" dirty="0"/>
              <a:t> </a:t>
            </a:r>
            <a:r>
              <a:rPr lang="ru-RU" sz="5600" dirty="0" err="1"/>
              <a:t>збереження</a:t>
            </a:r>
            <a:r>
              <a:rPr lang="ru-RU" sz="5600" dirty="0"/>
              <a:t> </a:t>
            </a:r>
            <a:r>
              <a:rPr lang="ru-RU" sz="5600" dirty="0" err="1"/>
              <a:t>переглянутого</a:t>
            </a:r>
            <a:r>
              <a:rPr lang="ru-RU" sz="5600" dirty="0"/>
              <a:t> </a:t>
            </a:r>
            <a:r>
              <a:rPr lang="ru-RU" sz="5600" dirty="0" err="1"/>
              <a:t>або</a:t>
            </a:r>
            <a:r>
              <a:rPr lang="ru-RU" sz="5600" dirty="0"/>
              <a:t> </a:t>
            </a:r>
            <a:r>
              <a:rPr lang="ru-RU" sz="5600" dirty="0" err="1"/>
              <a:t>запланованого</a:t>
            </a:r>
            <a:r>
              <a:rPr lang="ru-RU" sz="5600" dirty="0"/>
              <a:t> до перегляду контенту.</a:t>
            </a:r>
            <a:endParaRPr lang="en-US" sz="5600" dirty="0">
              <a:latin typeface="+mj-lt"/>
            </a:endParaRPr>
          </a:p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sz="5600" b="1" dirty="0">
                <a:latin typeface="+mj-lt"/>
              </a:rPr>
              <a:t>Переваги</a:t>
            </a:r>
            <a:r>
              <a:rPr lang="en-US" sz="5600" b="1" dirty="0">
                <a:latin typeface="+mj-lt"/>
              </a:rPr>
              <a:t>:  </a:t>
            </a:r>
            <a:br>
              <a:rPr lang="en-US" sz="5600" dirty="0">
                <a:latin typeface="+mj-lt"/>
              </a:rPr>
            </a:br>
            <a:r>
              <a:rPr lang="en-US" sz="5600" dirty="0">
                <a:latin typeface="+mj-lt"/>
              </a:rPr>
              <a:t>-</a:t>
            </a:r>
            <a:r>
              <a:rPr lang="ru-RU" sz="5600" dirty="0">
                <a:latin typeface="+mj-lt"/>
              </a:rPr>
              <a:t>великий каталог </a:t>
            </a:r>
            <a:r>
              <a:rPr lang="ru-RU" sz="5600" dirty="0" err="1">
                <a:latin typeface="+mj-lt"/>
              </a:rPr>
              <a:t>фільмів</a:t>
            </a:r>
            <a:r>
              <a:rPr lang="ru-RU" sz="5600" dirty="0">
                <a:latin typeface="+mj-lt"/>
              </a:rPr>
              <a:t> і </a:t>
            </a:r>
            <a:r>
              <a:rPr lang="ru-RU" sz="5600" dirty="0" err="1">
                <a:latin typeface="+mj-lt"/>
              </a:rPr>
              <a:t>серіалів</a:t>
            </a:r>
            <a:r>
              <a:rPr lang="ru-RU" sz="5600" dirty="0">
                <a:latin typeface="+mj-lt"/>
              </a:rPr>
              <a:t>;</a:t>
            </a:r>
            <a:br>
              <a:rPr lang="en-US" sz="5600" dirty="0">
                <a:latin typeface="+mj-lt"/>
              </a:rPr>
            </a:br>
            <a:r>
              <a:rPr lang="en-US" sz="5600" dirty="0">
                <a:latin typeface="+mj-lt"/>
              </a:rPr>
              <a:t>-</a:t>
            </a:r>
            <a:r>
              <a:rPr lang="ru-RU" sz="5600" dirty="0" err="1">
                <a:latin typeface="+mj-lt"/>
              </a:rPr>
              <a:t>докладна</a:t>
            </a:r>
            <a:r>
              <a:rPr lang="ru-RU" sz="5600" dirty="0">
                <a:latin typeface="+mj-lt"/>
              </a:rPr>
              <a:t> </a:t>
            </a:r>
            <a:r>
              <a:rPr lang="ru-RU" sz="5600" dirty="0" err="1">
                <a:latin typeface="+mj-lt"/>
              </a:rPr>
              <a:t>інформація</a:t>
            </a:r>
            <a:r>
              <a:rPr lang="ru-RU" sz="5600" dirty="0">
                <a:latin typeface="+mj-lt"/>
              </a:rPr>
              <a:t> про </a:t>
            </a:r>
            <a:r>
              <a:rPr lang="ru-RU" sz="5600" dirty="0" err="1">
                <a:latin typeface="+mj-lt"/>
              </a:rPr>
              <a:t>акторів</a:t>
            </a:r>
            <a:r>
              <a:rPr lang="ru-RU" sz="5600" dirty="0">
                <a:latin typeface="+mj-lt"/>
              </a:rPr>
              <a:t>, </a:t>
            </a:r>
            <a:r>
              <a:rPr lang="ru-RU" sz="5600" dirty="0" err="1">
                <a:latin typeface="+mj-lt"/>
              </a:rPr>
              <a:t>режисерів</a:t>
            </a:r>
            <a:r>
              <a:rPr lang="ru-RU" sz="5600" dirty="0">
                <a:latin typeface="+mj-lt"/>
              </a:rPr>
              <a:t> і </a:t>
            </a:r>
            <a:r>
              <a:rPr lang="ru-RU" sz="5600" dirty="0" err="1">
                <a:latin typeface="+mj-lt"/>
              </a:rPr>
              <a:t>знімальну</a:t>
            </a:r>
            <a:r>
              <a:rPr lang="ru-RU" sz="5600" dirty="0">
                <a:latin typeface="+mj-lt"/>
              </a:rPr>
              <a:t> </a:t>
            </a:r>
            <a:r>
              <a:rPr lang="ru-RU" sz="5600" dirty="0" err="1">
                <a:latin typeface="+mj-lt"/>
              </a:rPr>
              <a:t>групу</a:t>
            </a:r>
            <a:r>
              <a:rPr lang="ru-RU" sz="5600" dirty="0">
                <a:latin typeface="+mj-lt"/>
              </a:rPr>
              <a:t>;</a:t>
            </a:r>
            <a:br>
              <a:rPr lang="en-US" sz="5600" dirty="0">
                <a:latin typeface="+mj-lt"/>
              </a:rPr>
            </a:br>
            <a:r>
              <a:rPr lang="en-US" sz="5600" dirty="0">
                <a:latin typeface="+mj-lt"/>
              </a:rPr>
              <a:t>-</a:t>
            </a:r>
            <a:r>
              <a:rPr lang="ru-RU" sz="5600" dirty="0" err="1">
                <a:latin typeface="+mj-lt"/>
              </a:rPr>
              <a:t>значна</a:t>
            </a:r>
            <a:r>
              <a:rPr lang="ru-RU" sz="5600" dirty="0">
                <a:latin typeface="+mj-lt"/>
              </a:rPr>
              <a:t> </a:t>
            </a:r>
            <a:r>
              <a:rPr lang="ru-RU" sz="5600" dirty="0" err="1">
                <a:latin typeface="+mj-lt"/>
              </a:rPr>
              <a:t>кількість</a:t>
            </a:r>
            <a:r>
              <a:rPr lang="ru-RU" sz="5600" dirty="0">
                <a:latin typeface="+mj-lt"/>
              </a:rPr>
              <a:t> </a:t>
            </a:r>
            <a:r>
              <a:rPr lang="ru-RU" sz="5600" dirty="0" err="1">
                <a:latin typeface="+mj-lt"/>
              </a:rPr>
              <a:t>користувацьких</a:t>
            </a:r>
            <a:r>
              <a:rPr lang="ru-RU" sz="5600" dirty="0">
                <a:latin typeface="+mj-lt"/>
              </a:rPr>
              <a:t> </a:t>
            </a:r>
            <a:r>
              <a:rPr lang="ru-RU" sz="5600" dirty="0" err="1">
                <a:latin typeface="+mj-lt"/>
              </a:rPr>
              <a:t>рейтингів</a:t>
            </a:r>
            <a:r>
              <a:rPr lang="ru-RU" sz="5600" dirty="0">
                <a:latin typeface="+mj-lt"/>
              </a:rPr>
              <a:t> і </a:t>
            </a:r>
            <a:r>
              <a:rPr lang="ru-RU" sz="5600" dirty="0" err="1">
                <a:latin typeface="+mj-lt"/>
              </a:rPr>
              <a:t>відгуків</a:t>
            </a:r>
            <a:r>
              <a:rPr lang="ru-RU" sz="5600" dirty="0">
                <a:latin typeface="+mj-lt"/>
              </a:rPr>
              <a:t>;</a:t>
            </a:r>
            <a:br>
              <a:rPr lang="en-US" sz="5600" dirty="0">
                <a:latin typeface="+mj-lt"/>
              </a:rPr>
            </a:br>
            <a:r>
              <a:rPr lang="en-US" sz="5600" dirty="0">
                <a:latin typeface="+mj-lt"/>
              </a:rPr>
              <a:t>-</a:t>
            </a:r>
            <a:r>
              <a:rPr lang="ru-RU" sz="5600" dirty="0" err="1">
                <a:latin typeface="+mj-lt"/>
              </a:rPr>
              <a:t>підтримка</a:t>
            </a:r>
            <a:r>
              <a:rPr lang="ru-RU" sz="5600" dirty="0">
                <a:latin typeface="+mj-lt"/>
              </a:rPr>
              <a:t> списку </a:t>
            </a:r>
            <a:r>
              <a:rPr lang="ru-RU" sz="5600" dirty="0" err="1">
                <a:latin typeface="+mj-lt"/>
              </a:rPr>
              <a:t>запланованого</a:t>
            </a:r>
            <a:r>
              <a:rPr lang="ru-RU" sz="5600" dirty="0">
                <a:latin typeface="+mj-lt"/>
              </a:rPr>
              <a:t> контенту та </a:t>
            </a:r>
            <a:r>
              <a:rPr lang="ru-RU" sz="5600" dirty="0" err="1">
                <a:latin typeface="+mj-lt"/>
              </a:rPr>
              <a:t>позначення</a:t>
            </a:r>
            <a:r>
              <a:rPr lang="ru-RU" sz="5600" dirty="0">
                <a:latin typeface="+mj-lt"/>
              </a:rPr>
              <a:t> </a:t>
            </a:r>
            <a:r>
              <a:rPr lang="ru-RU" sz="5600" dirty="0" err="1">
                <a:latin typeface="+mj-lt"/>
              </a:rPr>
              <a:t>переглянутих</a:t>
            </a:r>
            <a:r>
              <a:rPr lang="ru-RU" sz="5600" dirty="0">
                <a:latin typeface="+mj-lt"/>
              </a:rPr>
              <a:t> </a:t>
            </a:r>
            <a:r>
              <a:rPr lang="ru-RU" sz="5600" dirty="0" err="1">
                <a:latin typeface="+mj-lt"/>
              </a:rPr>
              <a:t>матеріалів</a:t>
            </a:r>
            <a:r>
              <a:rPr lang="ru-RU" sz="5600" dirty="0">
                <a:latin typeface="+mj-lt"/>
              </a:rPr>
              <a:t>.</a:t>
            </a:r>
            <a:r>
              <a:rPr lang="en-US" sz="5600" dirty="0">
                <a:latin typeface="+mj-lt"/>
              </a:rPr>
              <a:t>                                                   </a:t>
            </a:r>
          </a:p>
          <a:p>
            <a:pPr mar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sz="5600" b="1" dirty="0">
                <a:latin typeface="+mn-lt"/>
              </a:rPr>
              <a:t>Недоліки</a:t>
            </a:r>
            <a:r>
              <a:rPr lang="en-US" sz="5600" b="1" dirty="0">
                <a:latin typeface="+mn-lt"/>
              </a:rPr>
              <a:t>:</a:t>
            </a:r>
            <a:br>
              <a:rPr lang="en-US" sz="5600" dirty="0">
                <a:latin typeface="+mn-lt"/>
              </a:rPr>
            </a:br>
            <a:r>
              <a:rPr lang="en-US" sz="5600" dirty="0">
                <a:latin typeface="+mn-lt"/>
              </a:rPr>
              <a:t>-</a:t>
            </a:r>
            <a:r>
              <a:rPr lang="ru-RU" sz="5600" dirty="0" err="1">
                <a:latin typeface="+mn-lt"/>
              </a:rPr>
              <a:t>перевантаженість</a:t>
            </a:r>
            <a:r>
              <a:rPr lang="ru-RU" sz="5600" dirty="0">
                <a:latin typeface="+mn-lt"/>
              </a:rPr>
              <a:t> </a:t>
            </a:r>
            <a:r>
              <a:rPr lang="ru-RU" sz="5600" dirty="0" err="1">
                <a:latin typeface="+mn-lt"/>
              </a:rPr>
              <a:t>сторінок</a:t>
            </a:r>
            <a:r>
              <a:rPr lang="ru-RU" sz="5600" dirty="0">
                <a:latin typeface="+mn-lt"/>
              </a:rPr>
              <a:t> великою </a:t>
            </a:r>
            <a:r>
              <a:rPr lang="ru-RU" sz="5600" dirty="0" err="1">
                <a:latin typeface="+mn-lt"/>
              </a:rPr>
              <a:t>кількістю</a:t>
            </a:r>
            <a:r>
              <a:rPr lang="ru-RU" sz="5600" dirty="0">
                <a:latin typeface="+mn-lt"/>
              </a:rPr>
              <a:t> </a:t>
            </a:r>
            <a:r>
              <a:rPr lang="ru-RU" sz="5600" dirty="0" err="1">
                <a:latin typeface="+mn-lt"/>
              </a:rPr>
              <a:t>інформаційних</a:t>
            </a:r>
            <a:r>
              <a:rPr lang="ru-RU" sz="5600" dirty="0">
                <a:latin typeface="+mn-lt"/>
              </a:rPr>
              <a:t> </a:t>
            </a:r>
            <a:r>
              <a:rPr lang="ru-RU" sz="5600" dirty="0" err="1">
                <a:latin typeface="+mn-lt"/>
              </a:rPr>
              <a:t>блоків</a:t>
            </a:r>
            <a:r>
              <a:rPr lang="ru-RU" sz="5600" dirty="0">
                <a:latin typeface="+mn-lt"/>
              </a:rPr>
              <a:t>;</a:t>
            </a:r>
            <a:br>
              <a:rPr lang="en-US" sz="5600" dirty="0">
                <a:latin typeface="+mn-lt"/>
              </a:rPr>
            </a:br>
            <a:r>
              <a:rPr lang="en-US" sz="5600" dirty="0">
                <a:latin typeface="+mn-lt"/>
              </a:rPr>
              <a:t>-</a:t>
            </a:r>
            <a:r>
              <a:rPr lang="ru-RU" sz="5600" dirty="0" err="1">
                <a:latin typeface="+mn-lt"/>
              </a:rPr>
              <a:t>персональне</a:t>
            </a:r>
            <a:r>
              <a:rPr lang="ru-RU" sz="5600" dirty="0">
                <a:latin typeface="+mn-lt"/>
              </a:rPr>
              <a:t> </a:t>
            </a:r>
            <a:r>
              <a:rPr lang="ru-RU" sz="5600" dirty="0" err="1">
                <a:latin typeface="+mn-lt"/>
              </a:rPr>
              <a:t>відстежування</a:t>
            </a:r>
            <a:r>
              <a:rPr lang="ru-RU" sz="5600" dirty="0">
                <a:latin typeface="+mn-lt"/>
              </a:rPr>
              <a:t> перегляду не є </a:t>
            </a:r>
            <a:r>
              <a:rPr lang="ru-RU" sz="5600" dirty="0" err="1">
                <a:latin typeface="+mn-lt"/>
              </a:rPr>
              <a:t>основним</a:t>
            </a:r>
            <a:r>
              <a:rPr lang="ru-RU" sz="5600" dirty="0">
                <a:latin typeface="+mn-lt"/>
              </a:rPr>
              <a:t> </a:t>
            </a:r>
            <a:r>
              <a:rPr lang="ru-RU" sz="5600" dirty="0" err="1">
                <a:latin typeface="+mn-lt"/>
              </a:rPr>
              <a:t>призначенням</a:t>
            </a:r>
            <a:r>
              <a:rPr lang="ru-RU" sz="5600" dirty="0">
                <a:latin typeface="+mn-lt"/>
              </a:rPr>
              <a:t> </a:t>
            </a:r>
            <a:r>
              <a:rPr lang="ru-RU" sz="5600" dirty="0" err="1">
                <a:latin typeface="+mn-lt"/>
              </a:rPr>
              <a:t>сервісу</a:t>
            </a:r>
            <a:r>
              <a:rPr lang="ru-RU" sz="5600" dirty="0">
                <a:latin typeface="+mn-lt"/>
              </a:rPr>
              <a:t>;</a:t>
            </a:r>
            <a:br>
              <a:rPr lang="en-US" sz="5600" dirty="0">
                <a:latin typeface="+mn-lt"/>
              </a:rPr>
            </a:br>
            <a:r>
              <a:rPr lang="uk-UA" sz="5600" dirty="0">
                <a:latin typeface="+mn-lt"/>
              </a:rPr>
              <a:t>-</a:t>
            </a:r>
            <a:r>
              <a:rPr lang="ru-RU" sz="5600" dirty="0">
                <a:latin typeface="+mn-lt"/>
              </a:rPr>
              <a:t>робота з </a:t>
            </a:r>
            <a:r>
              <a:rPr lang="ru-RU" sz="5600" dirty="0" err="1">
                <a:latin typeface="+mn-lt"/>
              </a:rPr>
              <a:t>прогресом</a:t>
            </a:r>
            <a:r>
              <a:rPr lang="ru-RU" sz="5600" dirty="0">
                <a:latin typeface="+mn-lt"/>
              </a:rPr>
              <a:t> </a:t>
            </a:r>
            <a:r>
              <a:rPr lang="ru-RU" sz="5600" dirty="0" err="1">
                <a:latin typeface="+mn-lt"/>
              </a:rPr>
              <a:t>окремих</a:t>
            </a:r>
            <a:r>
              <a:rPr lang="ru-RU" sz="5600" dirty="0">
                <a:latin typeface="+mn-lt"/>
              </a:rPr>
              <a:t> </a:t>
            </a:r>
            <a:r>
              <a:rPr lang="ru-RU" sz="5600" dirty="0" err="1">
                <a:latin typeface="+mn-lt"/>
              </a:rPr>
              <a:t>сезонів</a:t>
            </a:r>
            <a:r>
              <a:rPr lang="ru-RU" sz="5600" dirty="0">
                <a:latin typeface="+mn-lt"/>
              </a:rPr>
              <a:t> та </a:t>
            </a:r>
            <a:r>
              <a:rPr lang="ru-RU" sz="5600" dirty="0" err="1">
                <a:latin typeface="+mn-lt"/>
              </a:rPr>
              <a:t>епізодів</a:t>
            </a:r>
            <a:r>
              <a:rPr lang="ru-RU" sz="5600" dirty="0">
                <a:latin typeface="+mn-lt"/>
              </a:rPr>
              <a:t> </a:t>
            </a:r>
            <a:r>
              <a:rPr lang="ru-RU" sz="5600" dirty="0" err="1">
                <a:latin typeface="+mn-lt"/>
              </a:rPr>
              <a:t>менш</a:t>
            </a:r>
            <a:r>
              <a:rPr lang="ru-RU" sz="5600" dirty="0">
                <a:latin typeface="+mn-lt"/>
              </a:rPr>
              <a:t> </a:t>
            </a:r>
            <a:r>
              <a:rPr lang="ru-RU" sz="5600" dirty="0" err="1">
                <a:latin typeface="+mn-lt"/>
              </a:rPr>
              <a:t>виражена</a:t>
            </a:r>
            <a:r>
              <a:rPr lang="ru-RU" sz="5600" dirty="0">
                <a:latin typeface="+mn-lt"/>
              </a:rPr>
              <a:t>, </a:t>
            </a:r>
            <a:r>
              <a:rPr lang="ru-RU" sz="5600" dirty="0" err="1">
                <a:latin typeface="+mn-lt"/>
              </a:rPr>
              <a:t>ніж</a:t>
            </a:r>
            <a:r>
              <a:rPr lang="ru-RU" sz="5600" dirty="0">
                <a:latin typeface="+mn-lt"/>
              </a:rPr>
              <a:t> у </a:t>
            </a:r>
            <a:r>
              <a:rPr lang="ru-RU" sz="5600" dirty="0" err="1">
                <a:latin typeface="+mn-lt"/>
              </a:rPr>
              <a:t>спеціалізованих</a:t>
            </a:r>
            <a:r>
              <a:rPr lang="ru-RU" sz="5600" dirty="0">
                <a:latin typeface="+mn-lt"/>
              </a:rPr>
              <a:t> </a:t>
            </a:r>
            <a:r>
              <a:rPr lang="ru-RU" sz="5600" dirty="0" err="1">
                <a:latin typeface="+mn-lt"/>
              </a:rPr>
              <a:t>трекерах</a:t>
            </a:r>
            <a:r>
              <a:rPr lang="ru-RU" sz="5600" dirty="0">
                <a:latin typeface="+mn-lt"/>
              </a:rPr>
              <a:t>.</a:t>
            </a:r>
            <a:endParaRPr lang="uk-UA" sz="5600" dirty="0">
              <a:latin typeface="+mn-lt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lang="uk-UA" dirty="0">
              <a:latin typeface="+mj-lt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pic>
        <p:nvPicPr>
          <p:cNvPr id="1026" name="Picture 2" descr="Stream IMDb music | Listen to songs ...">
            <a:extLst>
              <a:ext uri="{FF2B5EF4-FFF2-40B4-BE49-F238E27FC236}">
                <a16:creationId xmlns:a16="http://schemas.microsoft.com/office/drawing/2014/main" id="{777EE56C-5D8B-490A-B2F3-D911AF135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18" y="1743194"/>
            <a:ext cx="1609864" cy="160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Checkmark">
            <a:extLst>
              <a:ext uri="{FF2B5EF4-FFF2-40B4-BE49-F238E27FC236}">
                <a16:creationId xmlns:a16="http://schemas.microsoft.com/office/drawing/2014/main" id="{AF07C23B-3552-446C-B5AA-29C9D650C8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6708" y="2046259"/>
            <a:ext cx="376402" cy="376402"/>
          </a:xfrm>
          <a:prstGeom prst="rect">
            <a:avLst/>
          </a:prstGeom>
        </p:spPr>
      </p:pic>
      <p:pic>
        <p:nvPicPr>
          <p:cNvPr id="8" name="Graphic 7" descr="Close">
            <a:extLst>
              <a:ext uri="{FF2B5EF4-FFF2-40B4-BE49-F238E27FC236}">
                <a16:creationId xmlns:a16="http://schemas.microsoft.com/office/drawing/2014/main" id="{87847832-F331-45E7-9D33-EF966D1A71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06709" y="3626856"/>
            <a:ext cx="376402" cy="3764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існуючих рішень</a:t>
            </a:r>
            <a:r>
              <a:rPr lang="en-US" sz="3200" dirty="0"/>
              <a:t>: </a:t>
            </a:r>
            <a:r>
              <a:rPr lang="en-US" sz="3200" dirty="0" err="1"/>
              <a:t>LetterBoxd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2093661" y="655846"/>
            <a:ext cx="6738639" cy="36459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br>
              <a:rPr lang="ru-RU" sz="1400" dirty="0">
                <a:latin typeface="+mn-lt"/>
              </a:rPr>
            </a:br>
            <a:r>
              <a:rPr lang="en-US" sz="1400" dirty="0" err="1">
                <a:latin typeface="+mn-lt"/>
              </a:rPr>
              <a:t>Letterboxd</a:t>
            </a:r>
            <a:r>
              <a:rPr lang="en-US" sz="1400" dirty="0">
                <a:latin typeface="+mn-lt"/>
              </a:rPr>
              <a:t> — </a:t>
            </a:r>
            <a:r>
              <a:rPr lang="ru-RU" sz="1400" dirty="0" err="1">
                <a:latin typeface="+mn-lt"/>
              </a:rPr>
              <a:t>соціальна</a:t>
            </a:r>
            <a:r>
              <a:rPr lang="ru-RU" sz="1400" dirty="0">
                <a:latin typeface="+mn-lt"/>
              </a:rPr>
              <a:t> платформа для </a:t>
            </a:r>
            <a:r>
              <a:rPr lang="ru-RU" sz="1400" dirty="0" err="1">
                <a:latin typeface="+mn-lt"/>
              </a:rPr>
              <a:t>любителів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кіно</a:t>
            </a:r>
            <a:r>
              <a:rPr lang="ru-RU" sz="1400" dirty="0">
                <a:latin typeface="+mn-lt"/>
              </a:rPr>
              <a:t>. </a:t>
            </a:r>
            <a:r>
              <a:rPr lang="ru-RU" sz="1400" dirty="0" err="1">
                <a:latin typeface="+mn-lt"/>
              </a:rPr>
              <a:t>Користувачі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можуть</a:t>
            </a:r>
            <a:r>
              <a:rPr lang="ru-RU" sz="1400" dirty="0">
                <a:latin typeface="+mn-lt"/>
              </a:rPr>
              <a:t> вести </a:t>
            </a:r>
            <a:r>
              <a:rPr lang="ru-RU" sz="1400" dirty="0" err="1">
                <a:latin typeface="+mn-lt"/>
              </a:rPr>
              <a:t>щоденник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переглядів</a:t>
            </a:r>
            <a:r>
              <a:rPr lang="ru-RU" sz="1400" dirty="0">
                <a:latin typeface="+mn-lt"/>
              </a:rPr>
              <a:t>, </a:t>
            </a:r>
            <a:r>
              <a:rPr lang="ru-RU" sz="1400" dirty="0" err="1">
                <a:latin typeface="+mn-lt"/>
              </a:rPr>
              <a:t>оцінювати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фільми</a:t>
            </a:r>
            <a:r>
              <a:rPr lang="ru-RU" sz="1400" dirty="0">
                <a:latin typeface="+mn-lt"/>
              </a:rPr>
              <a:t>, </a:t>
            </a:r>
            <a:r>
              <a:rPr lang="ru-RU" sz="1400" dirty="0" err="1">
                <a:latin typeface="+mn-lt"/>
              </a:rPr>
              <a:t>писати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рецензії</a:t>
            </a:r>
            <a:r>
              <a:rPr lang="ru-RU" sz="1400" dirty="0">
                <a:latin typeface="+mn-lt"/>
              </a:rPr>
              <a:t>, </a:t>
            </a:r>
            <a:r>
              <a:rPr lang="ru-RU" sz="1400" dirty="0" err="1">
                <a:latin typeface="+mn-lt"/>
              </a:rPr>
              <a:t>створювати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тематичні</a:t>
            </a:r>
            <a:r>
              <a:rPr lang="ru-RU" sz="1400" dirty="0">
                <a:latin typeface="+mn-lt"/>
              </a:rPr>
              <a:t> списки, </a:t>
            </a:r>
            <a:r>
              <a:rPr lang="ru-RU" sz="1400" dirty="0" err="1">
                <a:latin typeface="+mn-lt"/>
              </a:rPr>
              <a:t>формувати</a:t>
            </a:r>
            <a:r>
              <a:rPr lang="ru-RU" sz="1400" dirty="0">
                <a:latin typeface="+mn-lt"/>
              </a:rPr>
              <a:t> список </a:t>
            </a:r>
            <a:r>
              <a:rPr lang="ru-RU" sz="1400" dirty="0" err="1">
                <a:latin typeface="+mn-lt"/>
              </a:rPr>
              <a:t>запланованого</a:t>
            </a:r>
            <a:r>
              <a:rPr lang="ru-RU" sz="1400" dirty="0">
                <a:latin typeface="+mn-lt"/>
              </a:rPr>
              <a:t> перегляду та </a:t>
            </a:r>
            <a:r>
              <a:rPr lang="ru-RU" sz="1400" dirty="0" err="1">
                <a:latin typeface="+mn-lt"/>
              </a:rPr>
              <a:t>стежити</a:t>
            </a:r>
            <a:r>
              <a:rPr lang="ru-RU" sz="1400" dirty="0">
                <a:latin typeface="+mn-lt"/>
              </a:rPr>
              <a:t> за </a:t>
            </a:r>
            <a:r>
              <a:rPr lang="ru-RU" sz="1400" dirty="0" err="1">
                <a:latin typeface="+mn-lt"/>
              </a:rPr>
              <a:t>активністю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інших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учасників</a:t>
            </a:r>
            <a:r>
              <a:rPr lang="ru-RU" sz="1400" dirty="0">
                <a:latin typeface="+mn-lt"/>
              </a:rPr>
              <a:t>.</a:t>
            </a:r>
          </a:p>
          <a:p>
            <a:pPr marL="114300" indent="0">
              <a:buNone/>
            </a:pPr>
            <a:endParaRPr lang="ru-RU" sz="1400" dirty="0">
              <a:latin typeface="+mn-lt"/>
            </a:endParaRPr>
          </a:p>
          <a:p>
            <a:pPr marL="114300" indent="0">
              <a:buNone/>
            </a:pPr>
            <a:r>
              <a:rPr lang="ru-RU" sz="1400" b="1" dirty="0" err="1">
                <a:latin typeface="+mn-lt"/>
              </a:rPr>
              <a:t>Переваги</a:t>
            </a:r>
            <a:endParaRPr lang="ru-RU" sz="1400" dirty="0">
              <a:latin typeface="+mn-lt"/>
            </a:endParaRPr>
          </a:p>
          <a:p>
            <a:pPr marL="114300" indent="0">
              <a:buNone/>
            </a:pPr>
            <a:r>
              <a:rPr lang="ru-RU" sz="1400" dirty="0">
                <a:latin typeface="+mn-lt"/>
              </a:rPr>
              <a:t>-</a:t>
            </a:r>
            <a:r>
              <a:rPr lang="ru-RU" sz="1400" dirty="0" err="1">
                <a:latin typeface="+mn-lt"/>
              </a:rPr>
              <a:t>зручне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ведення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історії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переглянутих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фільмів</a:t>
            </a:r>
            <a:r>
              <a:rPr lang="ru-RU" sz="1400" dirty="0">
                <a:latin typeface="+mn-lt"/>
              </a:rPr>
              <a:t>;</a:t>
            </a:r>
          </a:p>
          <a:p>
            <a:pPr marL="114300" indent="0">
              <a:buNone/>
            </a:pPr>
            <a:r>
              <a:rPr lang="ru-RU" sz="1400" dirty="0">
                <a:latin typeface="+mn-lt"/>
              </a:rPr>
              <a:t>-</a:t>
            </a:r>
            <a:r>
              <a:rPr lang="ru-RU" sz="1400" dirty="0" err="1">
                <a:latin typeface="+mn-lt"/>
              </a:rPr>
              <a:t>розвинена</a:t>
            </a:r>
            <a:r>
              <a:rPr lang="ru-RU" sz="1400" dirty="0">
                <a:latin typeface="+mn-lt"/>
              </a:rPr>
              <a:t> система </a:t>
            </a:r>
            <a:r>
              <a:rPr lang="ru-RU" sz="1400" dirty="0" err="1">
                <a:latin typeface="+mn-lt"/>
              </a:rPr>
              <a:t>рецензій</a:t>
            </a:r>
            <a:r>
              <a:rPr lang="ru-RU" sz="1400" dirty="0">
                <a:latin typeface="+mn-lt"/>
              </a:rPr>
              <a:t>, </a:t>
            </a:r>
            <a:r>
              <a:rPr lang="ru-RU" sz="1400" dirty="0" err="1">
                <a:latin typeface="+mn-lt"/>
              </a:rPr>
              <a:t>списків</a:t>
            </a:r>
            <a:r>
              <a:rPr lang="ru-RU" sz="1400" dirty="0">
                <a:latin typeface="+mn-lt"/>
              </a:rPr>
              <a:t> і </a:t>
            </a:r>
            <a:r>
              <a:rPr lang="ru-RU" sz="1400" dirty="0" err="1">
                <a:latin typeface="+mn-lt"/>
              </a:rPr>
              <a:t>соціальної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взаємодії</a:t>
            </a:r>
            <a:r>
              <a:rPr lang="ru-RU" sz="1400" dirty="0">
                <a:latin typeface="+mn-lt"/>
              </a:rPr>
              <a:t>;</a:t>
            </a:r>
            <a:br>
              <a:rPr lang="ru-RU" sz="1400" dirty="0">
                <a:latin typeface="+mn-lt"/>
              </a:rPr>
            </a:br>
            <a:r>
              <a:rPr lang="ru-RU" sz="1400" dirty="0">
                <a:latin typeface="+mn-lt"/>
              </a:rPr>
              <a:t>-</a:t>
            </a:r>
            <a:r>
              <a:rPr lang="ru-RU" sz="1400" dirty="0" err="1">
                <a:latin typeface="+mn-lt"/>
              </a:rPr>
              <a:t>простий</a:t>
            </a:r>
            <a:r>
              <a:rPr lang="ru-RU" sz="1400" dirty="0">
                <a:latin typeface="+mn-lt"/>
              </a:rPr>
              <a:t> та </a:t>
            </a:r>
            <a:r>
              <a:rPr lang="ru-RU" sz="1400" dirty="0" err="1">
                <a:latin typeface="+mn-lt"/>
              </a:rPr>
              <a:t>впізнаваний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інтерфейс;можливість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формувати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власні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тематичні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добірки</a:t>
            </a:r>
            <a:r>
              <a:rPr lang="ru-RU" sz="1400" dirty="0">
                <a:latin typeface="+mn-lt"/>
              </a:rPr>
              <a:t>.</a:t>
            </a:r>
          </a:p>
          <a:p>
            <a:pPr marL="114300" indent="0">
              <a:buNone/>
            </a:pPr>
            <a:endParaRPr lang="ru-RU" sz="1400" dirty="0">
              <a:latin typeface="+mn-lt"/>
            </a:endParaRPr>
          </a:p>
          <a:p>
            <a:pPr marL="114300" indent="0">
              <a:buNone/>
            </a:pPr>
            <a:r>
              <a:rPr lang="uk-UA" sz="1400" b="1" dirty="0">
                <a:latin typeface="+mn-lt"/>
              </a:rPr>
              <a:t>Н</a:t>
            </a:r>
            <a:r>
              <a:rPr lang="ru-RU" sz="1400" b="1" dirty="0" err="1">
                <a:latin typeface="+mn-lt"/>
              </a:rPr>
              <a:t>едоліки</a:t>
            </a:r>
            <a:endParaRPr lang="ru-RU" sz="1400" dirty="0">
              <a:latin typeface="+mn-lt"/>
            </a:endParaRPr>
          </a:p>
          <a:p>
            <a:pPr marL="114300" indent="0">
              <a:buNone/>
            </a:pPr>
            <a:r>
              <a:rPr lang="ru-RU" sz="1400" dirty="0">
                <a:latin typeface="+mn-lt"/>
              </a:rPr>
              <a:t>-</a:t>
            </a:r>
            <a:r>
              <a:rPr lang="ru-RU" sz="1400" dirty="0" err="1">
                <a:latin typeface="+mn-lt"/>
              </a:rPr>
              <a:t>основний</a:t>
            </a:r>
            <a:r>
              <a:rPr lang="ru-RU" sz="1400" dirty="0">
                <a:latin typeface="+mn-lt"/>
              </a:rPr>
              <a:t> акцент </a:t>
            </a:r>
            <a:r>
              <a:rPr lang="ru-RU" sz="1400" dirty="0" err="1">
                <a:latin typeface="+mn-lt"/>
              </a:rPr>
              <a:t>зроблено</a:t>
            </a:r>
            <a:r>
              <a:rPr lang="ru-RU" sz="1400" dirty="0">
                <a:latin typeface="+mn-lt"/>
              </a:rPr>
              <a:t> на </a:t>
            </a:r>
            <a:r>
              <a:rPr lang="ru-RU" sz="1400" dirty="0" err="1">
                <a:latin typeface="+mn-lt"/>
              </a:rPr>
              <a:t>фільмах</a:t>
            </a:r>
            <a:r>
              <a:rPr lang="ru-RU" sz="1400" dirty="0">
                <a:latin typeface="+mn-lt"/>
              </a:rPr>
              <a:t>;</a:t>
            </a:r>
          </a:p>
          <a:p>
            <a:pPr marL="114300" indent="0">
              <a:buNone/>
            </a:pPr>
            <a:r>
              <a:rPr lang="ru-RU" sz="1400" dirty="0">
                <a:latin typeface="+mn-lt"/>
              </a:rPr>
              <a:t>-</a:t>
            </a:r>
            <a:r>
              <a:rPr lang="ru-RU" sz="1400" dirty="0" err="1">
                <a:latin typeface="+mn-lt"/>
              </a:rPr>
              <a:t>обмежені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можливості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відстежування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сезонів</a:t>
            </a:r>
            <a:r>
              <a:rPr lang="ru-RU" sz="1400" dirty="0">
                <a:latin typeface="+mn-lt"/>
              </a:rPr>
              <a:t> та </a:t>
            </a:r>
            <a:r>
              <a:rPr lang="ru-RU" sz="1400" dirty="0" err="1">
                <a:latin typeface="+mn-lt"/>
              </a:rPr>
              <a:t>окремих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епізодів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серіалів</a:t>
            </a:r>
            <a:r>
              <a:rPr lang="ru-RU" sz="1400" dirty="0">
                <a:latin typeface="+mn-lt"/>
              </a:rPr>
              <a:t>;</a:t>
            </a:r>
          </a:p>
          <a:p>
            <a:pPr marL="114300" indent="0">
              <a:buNone/>
            </a:pPr>
            <a:r>
              <a:rPr lang="ru-RU" sz="1400" dirty="0">
                <a:latin typeface="+mn-lt"/>
              </a:rPr>
              <a:t>-</a:t>
            </a:r>
            <a:r>
              <a:rPr lang="ru-RU" sz="1400" dirty="0" err="1">
                <a:latin typeface="+mn-lt"/>
              </a:rPr>
              <a:t>частина</a:t>
            </a:r>
            <a:r>
              <a:rPr lang="ru-RU" sz="1400" dirty="0">
                <a:latin typeface="+mn-lt"/>
              </a:rPr>
              <a:t> </a:t>
            </a:r>
            <a:r>
              <a:rPr lang="ru-RU" sz="1400" dirty="0" err="1">
                <a:latin typeface="+mn-lt"/>
              </a:rPr>
              <a:t>розширеної</a:t>
            </a:r>
            <a:r>
              <a:rPr lang="ru-RU" sz="1400" dirty="0">
                <a:latin typeface="+mn-lt"/>
              </a:rPr>
              <a:t> статистики й </a:t>
            </a:r>
            <a:r>
              <a:rPr lang="ru-RU" sz="1400" dirty="0" err="1">
                <a:latin typeface="+mn-lt"/>
              </a:rPr>
              <a:t>персоналізації</a:t>
            </a:r>
            <a:r>
              <a:rPr lang="ru-RU" sz="1400" dirty="0">
                <a:latin typeface="+mn-lt"/>
              </a:rPr>
              <a:t> доступна </a:t>
            </a:r>
            <a:r>
              <a:rPr lang="ru-RU" sz="1400" dirty="0" err="1">
                <a:latin typeface="+mn-lt"/>
              </a:rPr>
              <a:t>лише</a:t>
            </a:r>
            <a:r>
              <a:rPr lang="ru-RU" sz="1400" dirty="0">
                <a:latin typeface="+mn-lt"/>
              </a:rPr>
              <a:t> у </a:t>
            </a:r>
            <a:r>
              <a:rPr lang="ru-RU" sz="1400" dirty="0" err="1">
                <a:latin typeface="+mn-lt"/>
              </a:rPr>
              <a:t>платних</a:t>
            </a:r>
            <a:r>
              <a:rPr lang="ru-RU" sz="1400" dirty="0">
                <a:latin typeface="+mn-lt"/>
              </a:rPr>
              <a:t> тарифах.</a:t>
            </a:r>
          </a:p>
          <a:p>
            <a:pPr marL="0" lv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ru-RU" sz="1400" dirty="0">
                <a:latin typeface="+mn-lt"/>
              </a:rPr>
              <a:t>.</a:t>
            </a:r>
            <a:endParaRPr lang="uk-UA" sz="1400" dirty="0">
              <a:latin typeface="+mn-lt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sz="14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  <p:pic>
        <p:nvPicPr>
          <p:cNvPr id="2052" name="Picture 4" descr="Letterboxd - YouTube">
            <a:extLst>
              <a:ext uri="{FF2B5EF4-FFF2-40B4-BE49-F238E27FC236}">
                <a16:creationId xmlns:a16="http://schemas.microsoft.com/office/drawing/2014/main" id="{1936F894-61EE-45DF-B853-DC5490676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03" y="1556945"/>
            <a:ext cx="1797958" cy="1797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7" descr="Checkmark">
            <a:extLst>
              <a:ext uri="{FF2B5EF4-FFF2-40B4-BE49-F238E27FC236}">
                <a16:creationId xmlns:a16="http://schemas.microsoft.com/office/drawing/2014/main" id="{BCC54B6C-31F3-4EC1-BF16-C0DEFD6535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6708" y="2106273"/>
            <a:ext cx="316388" cy="316388"/>
          </a:xfrm>
          <a:prstGeom prst="rect">
            <a:avLst/>
          </a:prstGeom>
        </p:spPr>
      </p:pic>
      <p:pic>
        <p:nvPicPr>
          <p:cNvPr id="10" name="Graphic 9" descr="Close">
            <a:extLst>
              <a:ext uri="{FF2B5EF4-FFF2-40B4-BE49-F238E27FC236}">
                <a16:creationId xmlns:a16="http://schemas.microsoft.com/office/drawing/2014/main" id="{63E7963D-8359-41EB-B8C0-44AB83DBD2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00687" y="3627291"/>
            <a:ext cx="376403" cy="37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4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існуючих рішень</a:t>
            </a:r>
            <a:r>
              <a:rPr lang="en-US" sz="3200" dirty="0"/>
              <a:t>: </a:t>
            </a:r>
            <a:r>
              <a:rPr lang="en-US" sz="3200" dirty="0" err="1"/>
              <a:t>MyAnimeList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1710043" y="383096"/>
            <a:ext cx="7472854" cy="29781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br>
              <a:rPr lang="ru-RU" sz="1400" dirty="0">
                <a:highlight>
                  <a:srgbClr val="FFFFFF"/>
                </a:highlight>
                <a:latin typeface="+mn-lt"/>
              </a:rPr>
            </a:br>
            <a:r>
              <a:rPr lang="en-US" sz="1400" dirty="0" err="1">
                <a:highlight>
                  <a:srgbClr val="FFFFFF"/>
                </a:highlight>
                <a:latin typeface="+mn-lt"/>
              </a:rPr>
              <a:t>MyAnimeList</a:t>
            </a:r>
            <a:r>
              <a:rPr lang="en-US" sz="1400" dirty="0">
                <a:highlight>
                  <a:srgbClr val="FFFFFF"/>
                </a:highlight>
                <a:latin typeface="+mn-lt"/>
              </a:rPr>
              <a:t> —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спеціалізована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база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даних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і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спільнота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для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шанувальників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аніме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та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манґи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.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Сервіс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дозволяє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знаходити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інформацію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про твори, вести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персональні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списки,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змінювати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статус перегляду,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оновлювати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прогрес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за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епізодами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,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читати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відгуки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та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отримувати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рекомендації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.</a:t>
            </a:r>
            <a:endParaRPr lang="en-US" sz="1400" dirty="0">
              <a:highlight>
                <a:srgbClr val="FFFFFF"/>
              </a:highlight>
              <a:latin typeface="+mn-lt"/>
            </a:endParaRPr>
          </a:p>
          <a:p>
            <a:pPr marL="114300" indent="0">
              <a:buNone/>
            </a:pPr>
            <a:endParaRPr lang="ru-RU" sz="1400" dirty="0">
              <a:highlight>
                <a:srgbClr val="FFFFFF"/>
              </a:highlight>
              <a:latin typeface="+mn-lt"/>
            </a:endParaRPr>
          </a:p>
          <a:p>
            <a:pPr marL="114300" indent="0">
              <a:buNone/>
            </a:pPr>
            <a:r>
              <a:rPr lang="ru-RU" sz="1400" b="1" dirty="0" err="1">
                <a:highlight>
                  <a:srgbClr val="FFFFFF"/>
                </a:highlight>
                <a:latin typeface="+mn-lt"/>
              </a:rPr>
              <a:t>Переваги</a:t>
            </a:r>
            <a:endParaRPr lang="ru-RU" sz="1400" dirty="0">
              <a:highlight>
                <a:srgbClr val="FFFFFF"/>
              </a:highlight>
              <a:latin typeface="+mn-lt"/>
            </a:endParaRPr>
          </a:p>
          <a:p>
            <a:pPr marL="114300" indent="0">
              <a:buNone/>
            </a:pPr>
            <a:r>
              <a:rPr lang="ru-RU" sz="1400" dirty="0">
                <a:highlight>
                  <a:srgbClr val="FFFFFF"/>
                </a:highlight>
                <a:latin typeface="+mn-lt"/>
              </a:rPr>
              <a:t>-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детальний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каталог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аніме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та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манґи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;</a:t>
            </a:r>
          </a:p>
          <a:p>
            <a:pPr marL="114300" indent="0">
              <a:buNone/>
            </a:pPr>
            <a:r>
              <a:rPr lang="ru-RU" sz="1400" dirty="0">
                <a:highlight>
                  <a:srgbClr val="FFFFFF"/>
                </a:highlight>
                <a:latin typeface="+mn-lt"/>
              </a:rPr>
              <a:t>-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зручне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відстежування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кількості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переглянутих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епізодів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;</a:t>
            </a:r>
          </a:p>
          <a:p>
            <a:pPr marL="114300" indent="0">
              <a:buNone/>
            </a:pPr>
            <a:r>
              <a:rPr lang="ru-RU" sz="1400" dirty="0">
                <a:highlight>
                  <a:srgbClr val="FFFFFF"/>
                </a:highlight>
                <a:latin typeface="+mn-lt"/>
              </a:rPr>
              <a:t>-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поділ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контенту за статусами: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переглядається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, завершено,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відкладено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, покинуто,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заплановано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;</a:t>
            </a:r>
          </a:p>
          <a:p>
            <a:pPr marL="114300" indent="0">
              <a:buNone/>
            </a:pPr>
            <a:r>
              <a:rPr lang="ru-RU" sz="1400" dirty="0">
                <a:highlight>
                  <a:srgbClr val="FFFFFF"/>
                </a:highlight>
                <a:latin typeface="+mn-lt"/>
              </a:rPr>
              <a:t>-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наявність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рейтингів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,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відгуків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і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рекомендацій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.</a:t>
            </a:r>
            <a:endParaRPr lang="en-US" sz="1400" dirty="0">
              <a:highlight>
                <a:srgbClr val="FFFFFF"/>
              </a:highlight>
              <a:latin typeface="+mn-lt"/>
            </a:endParaRPr>
          </a:p>
          <a:p>
            <a:pPr marL="114300" indent="0">
              <a:buNone/>
            </a:pPr>
            <a:endParaRPr lang="ru-RU" sz="1400" dirty="0">
              <a:highlight>
                <a:srgbClr val="FFFFFF"/>
              </a:highlight>
              <a:latin typeface="+mn-lt"/>
            </a:endParaRPr>
          </a:p>
          <a:p>
            <a:pPr marL="114300" indent="0">
              <a:buNone/>
            </a:pPr>
            <a:r>
              <a:rPr lang="ru-RU" sz="1400" b="1" dirty="0" err="1">
                <a:highlight>
                  <a:srgbClr val="FFFFFF"/>
                </a:highlight>
                <a:latin typeface="+mn-lt"/>
              </a:rPr>
              <a:t>Недоліки</a:t>
            </a:r>
            <a:endParaRPr lang="ru-RU" sz="1400" dirty="0">
              <a:highlight>
                <a:srgbClr val="FFFFFF"/>
              </a:highlight>
              <a:latin typeface="+mn-lt"/>
            </a:endParaRPr>
          </a:p>
          <a:p>
            <a:pPr marL="114300" indent="0">
              <a:buNone/>
            </a:pPr>
            <a:r>
              <a:rPr lang="ru-RU" sz="1400" dirty="0">
                <a:highlight>
                  <a:srgbClr val="FFFFFF"/>
                </a:highlight>
                <a:latin typeface="+mn-lt"/>
              </a:rPr>
              <a:t>-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вузька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спеціалізація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лише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на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аніме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та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манзі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;</a:t>
            </a:r>
          </a:p>
          <a:p>
            <a:pPr marL="114300" indent="0">
              <a:buNone/>
            </a:pPr>
            <a:r>
              <a:rPr lang="ru-RU" sz="1400" dirty="0">
                <a:highlight>
                  <a:srgbClr val="FFFFFF"/>
                </a:highlight>
                <a:latin typeface="+mn-lt"/>
              </a:rPr>
              <a:t>-не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підходить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як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універсальний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трекер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звичайних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фільмів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і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серіалів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;</a:t>
            </a:r>
          </a:p>
          <a:p>
            <a:pPr marL="114300" indent="0">
              <a:buNone/>
            </a:pPr>
            <a:r>
              <a:rPr lang="ru-RU" sz="1400" dirty="0">
                <a:highlight>
                  <a:srgbClr val="FFFFFF"/>
                </a:highlight>
                <a:latin typeface="+mn-lt"/>
              </a:rPr>
              <a:t>-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інтерфейс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містить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велику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кількість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інформації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та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може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бути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складним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 для нового </a:t>
            </a:r>
            <a:r>
              <a:rPr lang="ru-RU" sz="1400" dirty="0" err="1">
                <a:highlight>
                  <a:srgbClr val="FFFFFF"/>
                </a:highlight>
                <a:latin typeface="+mn-lt"/>
              </a:rPr>
              <a:t>користувача</a:t>
            </a:r>
            <a:r>
              <a:rPr lang="ru-RU" sz="1400" dirty="0">
                <a:highlight>
                  <a:srgbClr val="FFFFFF"/>
                </a:highlight>
                <a:latin typeface="+mn-lt"/>
              </a:rPr>
              <a:t>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1400"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pic>
        <p:nvPicPr>
          <p:cNvPr id="3074" name="Picture 2" descr="MyAnimeList Official – Apps on Google Play">
            <a:extLst>
              <a:ext uri="{FF2B5EF4-FFF2-40B4-BE49-F238E27FC236}">
                <a16:creationId xmlns:a16="http://schemas.microsoft.com/office/drawing/2014/main" id="{4D008A6C-1CCD-4A13-B51E-BEA3FC1A9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6" y="1765171"/>
            <a:ext cx="1596037" cy="159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 descr="Close">
            <a:extLst>
              <a:ext uri="{FF2B5EF4-FFF2-40B4-BE49-F238E27FC236}">
                <a16:creationId xmlns:a16="http://schemas.microsoft.com/office/drawing/2014/main" id="{2F6FC069-2538-4EB1-9DE8-CCCC05EA29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01830" y="3604751"/>
            <a:ext cx="326049" cy="326049"/>
          </a:xfrm>
          <a:prstGeom prst="rect">
            <a:avLst/>
          </a:prstGeom>
        </p:spPr>
      </p:pic>
      <p:pic>
        <p:nvPicPr>
          <p:cNvPr id="8" name="Graphic 7" descr="Checkmark">
            <a:extLst>
              <a:ext uri="{FF2B5EF4-FFF2-40B4-BE49-F238E27FC236}">
                <a16:creationId xmlns:a16="http://schemas.microsoft.com/office/drawing/2014/main" id="{3FA79990-2310-4B69-A668-44F164C290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1830" y="1845621"/>
            <a:ext cx="376402" cy="37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68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F82A7C-6939-4D86-B921-F79BDDB87E92}"/>
              </a:ext>
            </a:extLst>
          </p:cNvPr>
          <p:cNvSpPr/>
          <p:nvPr/>
        </p:nvSpPr>
        <p:spPr>
          <a:xfrm>
            <a:off x="387832" y="1148359"/>
            <a:ext cx="8444468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1600" dirty="0">
                <a:latin typeface="+mn-lt"/>
                <a:ea typeface="Calibri" panose="020F0502020204030204" pitchFamily="34" charset="0"/>
              </a:rPr>
              <a:t>У межах комплексного курсового </a:t>
            </a:r>
            <a:r>
              <a:rPr lang="uk-UA" sz="1600" dirty="0" err="1">
                <a:latin typeface="+mn-lt"/>
                <a:ea typeface="Calibri" panose="020F0502020204030204" pitchFamily="34" charset="0"/>
              </a:rPr>
              <a:t>проєкту</a:t>
            </a:r>
            <a:r>
              <a:rPr lang="uk-UA" sz="1600" dirty="0">
                <a:latin typeface="+mn-lt"/>
                <a:ea typeface="Calibri" panose="020F0502020204030204" pitchFamily="34" charset="0"/>
              </a:rPr>
              <a:t> необхідно розробити </a:t>
            </a:r>
            <a:r>
              <a:rPr lang="uk-UA" sz="1600" dirty="0" err="1">
                <a:latin typeface="+mn-lt"/>
                <a:ea typeface="Calibri" panose="020F0502020204030204" pitchFamily="34" charset="0"/>
              </a:rPr>
              <a:t>фронтенд</a:t>
            </a:r>
            <a:r>
              <a:rPr lang="uk-UA" sz="1600" dirty="0">
                <a:latin typeface="+mn-lt"/>
                <a:ea typeface="Calibri" panose="020F0502020204030204" pitchFamily="34" charset="0"/>
              </a:rPr>
              <a:t>-частину веб-системи </a:t>
            </a:r>
            <a:r>
              <a:rPr lang="uk-UA" sz="1600" dirty="0" err="1">
                <a:latin typeface="+mn-lt"/>
                <a:ea typeface="Calibri" panose="020F0502020204030204" pitchFamily="34" charset="0"/>
              </a:rPr>
              <a:t>Watchly</a:t>
            </a:r>
            <a:r>
              <a:rPr lang="uk-UA" sz="1600" dirty="0">
                <a:latin typeface="+mn-lt"/>
                <a:ea typeface="Calibri" panose="020F0502020204030204" pitchFamily="34" charset="0"/>
              </a:rPr>
              <a:t> для пошуку та відстежування перегляду фільмів і серіалів з використанням ШІ-асистента. </a:t>
            </a:r>
          </a:p>
          <a:p>
            <a:endParaRPr lang="uk-UA" sz="1600" dirty="0">
              <a:latin typeface="+mn-lt"/>
              <a:ea typeface="Calibri" panose="020F0502020204030204" pitchFamily="34" charset="0"/>
            </a:endParaRPr>
          </a:p>
          <a:p>
            <a:r>
              <a:rPr lang="uk-UA" sz="1600" dirty="0">
                <a:latin typeface="+mn-lt"/>
              </a:rPr>
              <a:t>Результатом виконання роботи має бути працездатна </a:t>
            </a:r>
            <a:r>
              <a:rPr lang="uk-UA" sz="1600" dirty="0" err="1">
                <a:latin typeface="+mn-lt"/>
              </a:rPr>
              <a:t>фронтенд</a:t>
            </a:r>
            <a:r>
              <a:rPr lang="uk-UA" sz="1600" dirty="0">
                <a:latin typeface="+mn-lt"/>
              </a:rPr>
              <a:t>-частина веб-системи </a:t>
            </a:r>
            <a:r>
              <a:rPr lang="uk-UA" sz="1600" dirty="0" err="1">
                <a:latin typeface="+mn-lt"/>
              </a:rPr>
              <a:t>Watchly</a:t>
            </a:r>
            <a:r>
              <a:rPr lang="uk-UA" sz="1600" dirty="0">
                <a:latin typeface="+mn-lt"/>
              </a:rPr>
              <a:t>, яка надає користувачеві доступ до основних функцій пошуку, перегляду, збереження та відстежування </a:t>
            </a:r>
            <a:r>
              <a:rPr lang="uk-UA" sz="1600" dirty="0" err="1">
                <a:latin typeface="+mn-lt"/>
              </a:rPr>
              <a:t>медіаконтенту</a:t>
            </a:r>
            <a:r>
              <a:rPr lang="uk-UA" sz="1600" dirty="0">
                <a:latin typeface="+mn-lt"/>
              </a:rPr>
              <a:t>. Розроблений інтерфейс має бути зрозумілим, послідовним і придатним для використання в межах повноцінної клієнт-серверної веб-системи.</a:t>
            </a:r>
            <a:endParaRPr lang="en-US" sz="1600" dirty="0">
              <a:latin typeface="+mn-lt"/>
            </a:endParaRPr>
          </a:p>
          <a:p>
            <a:br>
              <a:rPr lang="uk-UA" dirty="0"/>
            </a:br>
            <a:r>
              <a:rPr lang="uk-UA" dirty="0"/>
              <a:t> 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pic>
        <p:nvPicPr>
          <p:cNvPr id="4100" name="Picture 4" descr="PostgreSQL - Documentation - OctoPerf">
            <a:extLst>
              <a:ext uri="{FF2B5EF4-FFF2-40B4-BE49-F238E27FC236}">
                <a16:creationId xmlns:a16="http://schemas.microsoft.com/office/drawing/2014/main" id="{038B1290-8BEC-4128-9CA3-38F299D35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50" y="1345456"/>
            <a:ext cx="2234513" cy="1025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SP.NET Core Quick Start Review. Welcome to this review of… | by Kevin  O'Shaughnessy | Medium">
            <a:extLst>
              <a:ext uri="{FF2B5EF4-FFF2-40B4-BE49-F238E27FC236}">
                <a16:creationId xmlns:a16="http://schemas.microsoft.com/office/drawing/2014/main" id="{B53E660D-916C-4D5E-90E5-49F785D7D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241" y="1149963"/>
            <a:ext cx="2165969" cy="131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What is Redis? | Toptal®">
            <a:extLst>
              <a:ext uri="{FF2B5EF4-FFF2-40B4-BE49-F238E27FC236}">
                <a16:creationId xmlns:a16="http://schemas.microsoft.com/office/drawing/2014/main" id="{964FFA3A-B214-4227-9F1E-E1AF6A85A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420" y="379942"/>
            <a:ext cx="4714554" cy="3141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React. What is React | by Elfaz Aklilu | Medium">
            <a:extLst>
              <a:ext uri="{FF2B5EF4-FFF2-40B4-BE49-F238E27FC236}">
                <a16:creationId xmlns:a16="http://schemas.microsoft.com/office/drawing/2014/main" id="{2F8941D3-83D8-46B6-9B85-76B580920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20" y="2469335"/>
            <a:ext cx="2463363" cy="1365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Vite, the Build Tool That Wants To Save You a Ton of Time | by Louis |  JavaScript in Plain English">
            <a:extLst>
              <a:ext uri="{FF2B5EF4-FFF2-40B4-BE49-F238E27FC236}">
                <a16:creationId xmlns:a16="http://schemas.microsoft.com/office/drawing/2014/main" id="{B443F48F-0E6E-4DA5-847D-CFCE3C52F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699" y="2458596"/>
            <a:ext cx="2523101" cy="131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Redux Toolkit Explained: A Complete ...">
            <a:extLst>
              <a:ext uri="{FF2B5EF4-FFF2-40B4-BE49-F238E27FC236}">
                <a16:creationId xmlns:a16="http://schemas.microsoft.com/office/drawing/2014/main" id="{88844DC1-68E6-4C12-882B-7FA1872AB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241" y="2469335"/>
            <a:ext cx="2336844" cy="130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7BE68E-305E-47D2-811F-CDE56C9FA32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131175" y="1031894"/>
            <a:ext cx="6682215" cy="3574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6426CA-30D9-4407-B699-35C1B8AAA487}"/>
              </a:ext>
            </a:extLst>
          </p:cNvPr>
          <p:cNvSpPr txBox="1"/>
          <p:nvPr/>
        </p:nvSpPr>
        <p:spPr>
          <a:xfrm>
            <a:off x="3205279" y="4633473"/>
            <a:ext cx="2733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Діаграма компонентів системи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529664"/>
            <a:ext cx="7469526" cy="28989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endParaRPr lang="ru-RU" b="1" dirty="0"/>
          </a:p>
          <a:p>
            <a:pPr marL="114300" indent="0">
              <a:buNone/>
            </a:pPr>
            <a:r>
              <a:rPr lang="ru-RU" b="1" dirty="0" err="1"/>
              <a:t>Мови</a:t>
            </a:r>
            <a:r>
              <a:rPr lang="ru-RU" b="1" dirty="0"/>
              <a:t> та фреймворки</a:t>
            </a:r>
            <a:br>
              <a:rPr lang="ru-RU" dirty="0"/>
            </a:br>
            <a:r>
              <a:rPr lang="en-US" dirty="0"/>
              <a:t>TypeScript, React, </a:t>
            </a:r>
            <a:r>
              <a:rPr lang="en-US" dirty="0" err="1"/>
              <a:t>Vite</a:t>
            </a:r>
            <a:r>
              <a:rPr lang="en-US" dirty="0"/>
              <a:t>, Redux Toolkit, RTK Query, React Router.</a:t>
            </a:r>
            <a:endParaRPr lang="uk-UA" dirty="0"/>
          </a:p>
          <a:p>
            <a:pPr marL="114300" indent="0">
              <a:buNone/>
            </a:pPr>
            <a:endParaRPr lang="uk-UA" dirty="0"/>
          </a:p>
          <a:p>
            <a:pPr marL="114300" indent="0">
              <a:buNone/>
            </a:pPr>
            <a:br>
              <a:rPr lang="uk-UA" b="1" dirty="0"/>
            </a:br>
            <a:r>
              <a:rPr lang="uk-UA" dirty="0"/>
              <a:t>Для створення </a:t>
            </a:r>
            <a:r>
              <a:rPr lang="uk-UA" dirty="0" err="1"/>
              <a:t>фронтенду</a:t>
            </a:r>
            <a:r>
              <a:rPr lang="uk-UA" dirty="0"/>
              <a:t> </a:t>
            </a:r>
            <a:r>
              <a:rPr lang="uk-UA" dirty="0" err="1"/>
              <a:t>використовувася</a:t>
            </a:r>
            <a:r>
              <a:rPr lang="uk-UA" dirty="0"/>
              <a:t> </a:t>
            </a:r>
            <a:r>
              <a:rPr lang="en-US" dirty="0"/>
              <a:t>Visual Studio Code, </a:t>
            </a:r>
            <a:endParaRPr lang="uk-UA" dirty="0"/>
          </a:p>
          <a:p>
            <a:pPr marL="114300" indent="0">
              <a:buNone/>
            </a:pPr>
            <a:endParaRPr lang="uk-UA" dirty="0"/>
          </a:p>
          <a:p>
            <a:pPr marL="114300" indent="0">
              <a:buNone/>
            </a:pPr>
            <a:r>
              <a:rPr lang="uk-UA" dirty="0"/>
              <a:t>Для контролю версій використано </a:t>
            </a:r>
            <a:r>
              <a:rPr lang="en-US" dirty="0" err="1"/>
              <a:t>Github</a:t>
            </a:r>
            <a:endParaRPr lang="en-US" dirty="0"/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uk-UA" dirty="0"/>
              <a:t>Для створення контейнеру з базою даних використано </a:t>
            </a:r>
            <a:r>
              <a:rPr lang="en-US" dirty="0"/>
              <a:t>Docker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5122" name="Picture 2" descr="Visual Studio Code - Wikipedia">
            <a:extLst>
              <a:ext uri="{FF2B5EF4-FFF2-40B4-BE49-F238E27FC236}">
                <a16:creationId xmlns:a16="http://schemas.microsoft.com/office/drawing/2014/main" id="{524AD9F3-2682-4D5B-A242-DBAF788F2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589" y="2697875"/>
            <a:ext cx="562434" cy="56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Docker Desktop - Download and install ...">
            <a:extLst>
              <a:ext uri="{FF2B5EF4-FFF2-40B4-BE49-F238E27FC236}">
                <a16:creationId xmlns:a16="http://schemas.microsoft.com/office/drawing/2014/main" id="{93C818CD-2D8E-4F99-9AAA-F391ADEA7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694" y="3646273"/>
            <a:ext cx="713227" cy="71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GitHub - Wikipedia">
            <a:extLst>
              <a:ext uri="{FF2B5EF4-FFF2-40B4-BE49-F238E27FC236}">
                <a16:creationId xmlns:a16="http://schemas.microsoft.com/office/drawing/2014/main" id="{15A8EA83-30EF-4008-B6F6-AD488F35A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071" y="3101471"/>
            <a:ext cx="705047" cy="70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2708059" y="229374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b="1" dirty="0" err="1"/>
              <a:t>Методи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ru-RU" dirty="0" err="1"/>
              <a:t>компонентний</a:t>
            </a:r>
            <a:r>
              <a:rPr lang="ru-RU" dirty="0"/>
              <a:t> </a:t>
            </a:r>
            <a:r>
              <a:rPr lang="ru-RU" dirty="0" err="1"/>
              <a:t>підхід</a:t>
            </a:r>
            <a:r>
              <a:rPr lang="ru-RU" dirty="0"/>
              <a:t>, </a:t>
            </a:r>
            <a:r>
              <a:rPr lang="ru-RU" dirty="0" err="1"/>
              <a:t>клієнт-серверна</a:t>
            </a:r>
            <a:r>
              <a:rPr lang="ru-RU" dirty="0"/>
              <a:t> </a:t>
            </a:r>
            <a:r>
              <a:rPr lang="ru-RU" dirty="0" err="1"/>
              <a:t>архітектура</a:t>
            </a:r>
            <a:r>
              <a:rPr lang="ru-RU" dirty="0"/>
              <a:t>, </a:t>
            </a:r>
            <a:r>
              <a:rPr lang="en-US" dirty="0"/>
              <a:t>REST API, </a:t>
            </a:r>
            <a:r>
              <a:rPr lang="ru-RU" dirty="0" err="1"/>
              <a:t>централізоване</a:t>
            </a:r>
            <a:r>
              <a:rPr lang="ru-RU" dirty="0"/>
              <a:t> </a:t>
            </a:r>
            <a:r>
              <a:rPr lang="ru-RU" dirty="0" err="1"/>
              <a:t>керування</a:t>
            </a:r>
            <a:r>
              <a:rPr lang="ru-RU" dirty="0"/>
              <a:t> станом.</a:t>
            </a:r>
          </a:p>
          <a:p>
            <a:pPr marL="114300" indent="0">
              <a:buNone/>
            </a:pPr>
            <a:endParaRPr lang="ru-RU" dirty="0"/>
          </a:p>
          <a:p>
            <a:pPr marL="114300" indent="0">
              <a:buNone/>
            </a:pPr>
            <a:r>
              <a:rPr lang="ru-RU" b="1" dirty="0" err="1"/>
              <a:t>Послідовність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ru-RU" dirty="0" err="1"/>
              <a:t>проєктування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→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 → </a:t>
            </a:r>
            <a:r>
              <a:rPr lang="ru-RU" dirty="0" err="1"/>
              <a:t>налаштування</a:t>
            </a:r>
            <a:r>
              <a:rPr lang="ru-RU" dirty="0"/>
              <a:t> </a:t>
            </a:r>
            <a:r>
              <a:rPr lang="ru-RU" dirty="0" err="1"/>
              <a:t>маршрутизації</a:t>
            </a:r>
            <a:r>
              <a:rPr lang="ru-RU" dirty="0"/>
              <a:t> → </a:t>
            </a:r>
            <a:r>
              <a:rPr lang="ru-RU" dirty="0" err="1"/>
              <a:t>інтеграція</a:t>
            </a:r>
            <a:r>
              <a:rPr lang="ru-RU" dirty="0"/>
              <a:t> з </a:t>
            </a:r>
            <a:r>
              <a:rPr lang="en-US" dirty="0"/>
              <a:t>API → </a:t>
            </a:r>
            <a:r>
              <a:rPr lang="ru-RU" dirty="0" err="1"/>
              <a:t>тестування</a:t>
            </a:r>
            <a:r>
              <a:rPr lang="ru-RU" dirty="0"/>
              <a:t>.</a:t>
            </a:r>
          </a:p>
          <a:p>
            <a:pPr marL="114300" indent="0">
              <a:buNone/>
            </a:pPr>
            <a:endParaRPr lang="ru-RU" dirty="0"/>
          </a:p>
          <a:p>
            <a:pPr marL="114300" indent="0">
              <a:buNone/>
            </a:pPr>
            <a:r>
              <a:rPr lang="ru-RU" b="1" dirty="0" err="1"/>
              <a:t>Технології</a:t>
            </a:r>
            <a:r>
              <a:rPr lang="ru-RU" b="1" dirty="0"/>
              <a:t>:</a:t>
            </a:r>
            <a:r>
              <a:rPr lang="ru-RU" dirty="0"/>
              <a:t> </a:t>
            </a:r>
            <a:r>
              <a:rPr lang="en-US" dirty="0"/>
              <a:t>React, TypeScript, </a:t>
            </a:r>
            <a:r>
              <a:rPr lang="en-US" dirty="0" err="1"/>
              <a:t>Vite</a:t>
            </a:r>
            <a:r>
              <a:rPr lang="en-US" dirty="0"/>
              <a:t>, Redux Toolkit, RTK Query, React Router, ASP.NET Core, PostgreSQL.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99666" y="594605"/>
            <a:ext cx="5818254" cy="5089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Economica" panose="020B0604020202020204" charset="0"/>
              </a:rPr>
              <a:t>Авторизація користувача з використанням токену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129F1F-0DA6-4C81-AB73-1848C6CCDF96}"/>
              </a:ext>
            </a:extLst>
          </p:cNvPr>
          <p:cNvSpPr/>
          <p:nvPr/>
        </p:nvSpPr>
        <p:spPr>
          <a:xfrm>
            <a:off x="1515731" y="899343"/>
            <a:ext cx="7359344" cy="3955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en-US" sz="1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export const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initializeAuth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createAsyncThunk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('auth/initialize', async (_, {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rejectWithValue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}) =&gt; {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const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refreshToken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authStorage.getRefreshToken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if (!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refreshToken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authStorage.clearTokens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authStorage.clearRole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rejectWithValue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('Session expired');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const response = await fetch(`${API_BASE_URL}/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/auth/refresh`, {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method: 'POST',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headers: { 'Content-Type': 'application/json' },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body: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JSON.stringify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({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refreshToken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}),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});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const data = (await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response.json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()) as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AuthSessionResponse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authStorage.setAccessToken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data.token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authStorage.setRefreshToken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b="1" spc="75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data.refreshToken</a:t>
            </a:r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450215" algn="just"/>
            <a:r>
              <a:rPr lang="en-US" sz="1100" b="1" spc="75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return data;</a:t>
            </a:r>
          </a:p>
          <a:p>
            <a:pPr indent="450215" algn="just">
              <a:lnSpc>
                <a:spcPct val="150000"/>
              </a:lnSpc>
            </a:pPr>
            <a:r>
              <a:rPr lang="en-US" sz="1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});</a:t>
            </a:r>
            <a:endParaRPr lang="en-US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99666" y="594605"/>
            <a:ext cx="6114646" cy="581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err="1"/>
              <a:t>Відображення</a:t>
            </a:r>
            <a:r>
              <a:rPr lang="ru-RU" dirty="0"/>
              <a:t> </a:t>
            </a:r>
            <a:r>
              <a:rPr lang="ru-RU" dirty="0" err="1"/>
              <a:t>коментарів</a:t>
            </a:r>
            <a:r>
              <a:rPr lang="ru-RU" dirty="0"/>
              <a:t> з фрагментами, </a:t>
            </a:r>
            <a:r>
              <a:rPr lang="ru-RU" dirty="0" err="1"/>
              <a:t>виділеними</a:t>
            </a:r>
            <a:r>
              <a:rPr lang="ru-RU" dirty="0"/>
              <a:t> ШІ-</a:t>
            </a:r>
            <a:r>
              <a:rPr lang="ru-RU" dirty="0" err="1"/>
              <a:t>асистентом</a:t>
            </a: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4F4C0A-C0FC-41B6-917F-E7F5267B813D}"/>
              </a:ext>
            </a:extLst>
          </p:cNvPr>
          <p:cNvSpPr/>
          <p:nvPr/>
        </p:nvSpPr>
        <p:spPr>
          <a:xfrm>
            <a:off x="1230385" y="1051013"/>
            <a:ext cx="8875075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renderCommentText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originalText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string,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highlightRanges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HighlightRange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[]) {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if (!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highlightRanges.length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originalText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const fragments = [];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let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currentIndex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for (const range of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highlightRanges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range.start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currentIndex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fragments.push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(&lt;span key={`plain-${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currentIndex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}`}&gt;{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originalText.slice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currentIndex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range.start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)}&lt;/span&gt;);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fragments.push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&lt;mark key={`mark-${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range.start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}`}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="rounded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-primary/25 px-1 text-text"&gt;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originalText.slice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range.start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range.end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)}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&lt;/mark&gt;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);</a:t>
            </a:r>
          </a:p>
          <a:p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currentIndex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range.end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fragments;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6710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954001" y="-8705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BC9D21-7DDB-49F1-8734-CC240A8D80D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67" y="909711"/>
            <a:ext cx="4123733" cy="21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C4354EF-3174-449C-9E45-830FBF358082}"/>
              </a:ext>
            </a:extLst>
          </p:cNvPr>
          <p:cNvSpPr/>
          <p:nvPr/>
        </p:nvSpPr>
        <p:spPr>
          <a:xfrm>
            <a:off x="1556648" y="3199929"/>
            <a:ext cx="2329484" cy="376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Сторінка каталогу контенту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E51B9E-B018-4717-B8F6-7E74D98E100D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131" y="891379"/>
            <a:ext cx="3640543" cy="22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15A19F6-4616-4CFB-9A99-424A2E47029F}"/>
              </a:ext>
            </a:extLst>
          </p:cNvPr>
          <p:cNvSpPr/>
          <p:nvPr/>
        </p:nvSpPr>
        <p:spPr>
          <a:xfrm>
            <a:off x="5080579" y="3261807"/>
            <a:ext cx="30556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</a:rPr>
              <a:t>Детальна сторінка фільму чи серіалу 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954001" y="-8705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BC9D21-7DDB-49F1-8734-CC240A8D80D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448267" y="936547"/>
            <a:ext cx="4123733" cy="213296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C4354EF-3174-449C-9E45-830FBF358082}"/>
              </a:ext>
            </a:extLst>
          </p:cNvPr>
          <p:cNvSpPr/>
          <p:nvPr/>
        </p:nvSpPr>
        <p:spPr>
          <a:xfrm>
            <a:off x="1302413" y="3149255"/>
            <a:ext cx="2762295" cy="3768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Секція сезонів та епізодів серіалу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E51B9E-B018-4717-B8F6-7E74D98E100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4831056" y="891379"/>
            <a:ext cx="3554693" cy="22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15A19F6-4616-4CFB-9A99-424A2E47029F}"/>
              </a:ext>
            </a:extLst>
          </p:cNvPr>
          <p:cNvSpPr/>
          <p:nvPr/>
        </p:nvSpPr>
        <p:spPr>
          <a:xfrm>
            <a:off x="5080579" y="3261807"/>
            <a:ext cx="27622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/>
              <a:t>Сторінка профілю користувача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718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954001" y="-8705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15</a:t>
            </a:fld>
            <a:endParaRPr lang="uk-U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BC9D21-7DDB-49F1-8734-CC240A8D80D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846929" y="936547"/>
            <a:ext cx="3326409" cy="213296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C4354EF-3174-449C-9E45-830FBF358082}"/>
              </a:ext>
            </a:extLst>
          </p:cNvPr>
          <p:cNvSpPr/>
          <p:nvPr/>
        </p:nvSpPr>
        <p:spPr>
          <a:xfrm>
            <a:off x="1302413" y="3149255"/>
            <a:ext cx="2708335" cy="376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Сторінка списків перегляду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E51B9E-B018-4717-B8F6-7E74D98E100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4885186" y="891379"/>
            <a:ext cx="3446432" cy="22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15A19F6-4616-4CFB-9A99-424A2E47029F}"/>
              </a:ext>
            </a:extLst>
          </p:cNvPr>
          <p:cNvSpPr/>
          <p:nvPr/>
        </p:nvSpPr>
        <p:spPr>
          <a:xfrm>
            <a:off x="5080579" y="3261807"/>
            <a:ext cx="29450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/>
              <a:t>Сторінка статистики користувача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951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8947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ru-RU" dirty="0">
                <a:latin typeface="Economica" panose="020B0604020202020204" charset="0"/>
              </a:rPr>
              <a:t>	</a:t>
            </a:r>
            <a:r>
              <a:rPr lang="ru-RU" sz="1600" dirty="0" err="1">
                <a:latin typeface="+mn-lt"/>
              </a:rPr>
              <a:t>Розроблена</a:t>
            </a:r>
            <a:r>
              <a:rPr lang="ru-RU" sz="1600" dirty="0">
                <a:latin typeface="+mn-lt"/>
              </a:rPr>
              <a:t> система </a:t>
            </a:r>
            <a:r>
              <a:rPr lang="ru-RU" sz="1600" dirty="0" err="1">
                <a:latin typeface="+mn-lt"/>
              </a:rPr>
              <a:t>загалом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відповідає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функціональним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вимогам</a:t>
            </a:r>
            <a:r>
              <a:rPr lang="ru-RU" sz="1600" dirty="0">
                <a:latin typeface="+mn-lt"/>
              </a:rPr>
              <a:t>, </a:t>
            </a:r>
            <a:r>
              <a:rPr lang="ru-RU" sz="1600" dirty="0" err="1">
                <a:latin typeface="+mn-lt"/>
              </a:rPr>
              <a:t>визначеним</a:t>
            </a:r>
            <a:r>
              <a:rPr lang="ru-RU" sz="1600" dirty="0">
                <a:latin typeface="+mn-lt"/>
              </a:rPr>
              <a:t> у </a:t>
            </a:r>
            <a:r>
              <a:rPr lang="ru-RU" sz="1600" dirty="0" err="1">
                <a:latin typeface="+mn-lt"/>
              </a:rPr>
              <a:t>специфікації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програмного</a:t>
            </a:r>
            <a:r>
              <a:rPr lang="ru-RU" sz="1600" dirty="0">
                <a:latin typeface="+mn-lt"/>
              </a:rPr>
              <a:t> </a:t>
            </a:r>
            <a:r>
              <a:rPr lang="ru-RU" sz="1600" dirty="0" err="1">
                <a:latin typeface="+mn-lt"/>
              </a:rPr>
              <a:t>забезпечення</a:t>
            </a:r>
            <a:r>
              <a:rPr lang="ru-RU" sz="1600" dirty="0">
                <a:latin typeface="+mn-lt"/>
              </a:rPr>
              <a:t>.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ru-RU" sz="1600" dirty="0">
                <a:latin typeface="+mn-lt"/>
              </a:rPr>
              <a:t>	</a:t>
            </a:r>
            <a:r>
              <a:rPr lang="en-US" sz="1600" dirty="0">
                <a:latin typeface="+mn-lt"/>
              </a:rPr>
              <a:t>У </a:t>
            </a:r>
            <a:r>
              <a:rPr lang="en-US" sz="1600" dirty="0" err="1">
                <a:latin typeface="+mn-lt"/>
              </a:rPr>
              <a:t>тестовому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середовищі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основні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операції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каталогу</a:t>
            </a:r>
            <a:r>
              <a:rPr lang="en-US" sz="1600" dirty="0">
                <a:latin typeface="+mn-lt"/>
              </a:rPr>
              <a:t>, </a:t>
            </a:r>
            <a:r>
              <a:rPr lang="en-US" sz="1600" dirty="0" err="1">
                <a:latin typeface="+mn-lt"/>
              </a:rPr>
              <a:t>профілю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та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списків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виконуються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без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помітних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затримок</a:t>
            </a:r>
            <a:r>
              <a:rPr lang="en-US" sz="1600" dirty="0">
                <a:latin typeface="+mn-lt"/>
              </a:rPr>
              <a:t>. </a:t>
            </a:r>
            <a:r>
              <a:rPr lang="en-US" sz="1600" dirty="0" err="1">
                <a:latin typeface="+mn-lt"/>
              </a:rPr>
              <a:t>Час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пошуку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коментарів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за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допомогою</a:t>
            </a:r>
            <a:r>
              <a:rPr lang="en-US" sz="1600" dirty="0">
                <a:latin typeface="+mn-lt"/>
              </a:rPr>
              <a:t> ШІ </a:t>
            </a:r>
            <a:r>
              <a:rPr lang="en-US" sz="1600" dirty="0" err="1">
                <a:latin typeface="+mn-lt"/>
              </a:rPr>
              <a:t>може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бути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більшим</a:t>
            </a:r>
            <a:r>
              <a:rPr lang="en-US" sz="1600" dirty="0">
                <a:latin typeface="+mn-lt"/>
              </a:rPr>
              <a:t>, </a:t>
            </a:r>
            <a:r>
              <a:rPr lang="en-US" sz="1600" dirty="0" err="1">
                <a:latin typeface="+mn-lt"/>
              </a:rPr>
              <a:t>оскільки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залежить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від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швидкості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роботи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зовнішнього</a:t>
            </a:r>
            <a:r>
              <a:rPr lang="en-US" sz="1600" dirty="0">
                <a:latin typeface="+mn-lt"/>
              </a:rPr>
              <a:t> API</a:t>
            </a:r>
            <a:r>
              <a:rPr lang="uk-UA" sz="1600" dirty="0">
                <a:latin typeface="+mn-lt"/>
              </a:rPr>
              <a:t>.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uk-UA" sz="1600" dirty="0">
                <a:latin typeface="+mn-lt"/>
              </a:rPr>
              <a:t>	Система виконує основні операції та готова для того, щоб бути інтегрованою у повноцінний програмний продукт.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uk-UA" sz="1600" dirty="0">
                <a:latin typeface="+mn-lt"/>
              </a:rPr>
              <a:t>	В подальшому для вдосконалення може бути додана розширена система рекомендацій, налаштування </a:t>
            </a:r>
            <a:r>
              <a:rPr lang="uk-UA" sz="1600" dirty="0" err="1">
                <a:latin typeface="+mn-lt"/>
              </a:rPr>
              <a:t>візуалу</a:t>
            </a:r>
            <a:r>
              <a:rPr lang="uk-UA" sz="1600" dirty="0">
                <a:latin typeface="+mn-lt"/>
              </a:rPr>
              <a:t>, додатковий функціонал ШІ-асистента</a:t>
            </a:r>
            <a:endParaRPr sz="1600" dirty="0">
              <a:latin typeface="+mn-lt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16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2026_Б_ККП_ПЗПІ_23_2_Дешаліт_К_О</Template>
  <TotalTime>244</TotalTime>
  <Words>488</Words>
  <Application>Microsoft Office PowerPoint</Application>
  <PresentationFormat>On-screen Show (16:9)</PresentationFormat>
  <Paragraphs>136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Economica</vt:lpstr>
      <vt:lpstr>Arial</vt:lpstr>
      <vt:lpstr>Calibri</vt:lpstr>
      <vt:lpstr>Open Sans</vt:lpstr>
      <vt:lpstr>Times New Roman</vt:lpstr>
      <vt:lpstr>Courier New</vt:lpstr>
      <vt:lpstr>Шаблон презентації кваліфікаційної роботи магістрів</vt:lpstr>
      <vt:lpstr>Веб-система для пошуку та відстежування перегляду фільмів та серіалів з використанням ШІ-асистента (фронтенд)</vt:lpstr>
      <vt:lpstr>Мета роботи</vt:lpstr>
      <vt:lpstr>Аналіз існуючих рішень: IMDB</vt:lpstr>
      <vt:lpstr>Аналіз існуючих рішень: LetterBoxd</vt:lpstr>
      <vt:lpstr>Аналіз існуючих рішень: MyAnimeList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Приклад реалізації</vt:lpstr>
      <vt:lpstr>Інтерфейс користувача </vt:lpstr>
      <vt:lpstr>Інтерфейс користувача </vt:lpstr>
      <vt:lpstr>Інтерфейс користувача 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роботи</dc:title>
  <dc:creator>Kirill Deshalit</dc:creator>
  <cp:lastModifiedBy>Kirill Deshalit</cp:lastModifiedBy>
  <cp:revision>12</cp:revision>
  <dcterms:created xsi:type="dcterms:W3CDTF">2026-06-15T17:09:31Z</dcterms:created>
  <dcterms:modified xsi:type="dcterms:W3CDTF">2026-06-15T21:14:03Z</dcterms:modified>
</cp:coreProperties>
</file>